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9144000"/>
  <p:embeddedFontLst>
    <p:embeddedFont>
      <p:font typeface="Courier Prime" pitchFamily="49" charset="77"/>
      <p:regular r:id="rId48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gG873I1mHQXYC9yfNlfqGmtUw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340"/>
  </p:normalViewPr>
  <p:slideViewPr>
    <p:cSldViewPr snapToGrid="0">
      <p:cViewPr varScale="1">
        <p:scale>
          <a:sx n="121" d="100"/>
          <a:sy n="121" d="100"/>
        </p:scale>
        <p:origin x="736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font" Target="fonts/font1.fntdata"/><Relationship Id="rId49" Type="http://schemas.openxmlformats.org/officeDocument/2006/relationships/font" Target="fonts/font2.fntdata"/><Relationship Id="rId50" Type="http://schemas.openxmlformats.org/officeDocument/2006/relationships/font" Target="fonts/font3.fntdata"/><Relationship Id="rId51" Type="http://schemas.openxmlformats.org/officeDocument/2006/relationships/font" Target="fonts/font4.fntdata"/><Relationship Id="rId55" Type="http://customschemas.google.com/relationships/presentationmetadata" Target="metadata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endParaRPr dirty="0"/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92" name="Google Shape;92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Suggest pairing complementary skills.</a:t>
            </a:r>
          </a:p>
        </p:txBody>
      </p:sp>
      <p:sp>
        <p:nvSpPr>
          <p:cNvPr id="98" name="Google Shape;98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No extensions: a not-running URL has no partial credit. Full milestones in the PDF.</a:t>
            </a:r>
          </a:p>
        </p:txBody>
      </p:sp>
      <p:sp>
        <p:nvSpPr>
          <p:cNvPr id="105" name="Google Shape;105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e9389fd93b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g3e9389fd93b_0_3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Point them to the BookCircle example in the PDF, don't walk it here.</a:t>
            </a:r>
          </a:p>
        </p:txBody>
      </p:sp>
      <p:sp>
        <p:nvSpPr>
          <p:cNvPr id="112" name="Google Shape;112;g3e9389fd93b_0_3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Point them to the BookCircle example in the PDF, don't walk it here.</a:t>
            </a:r>
          </a:p>
        </p:txBody>
      </p:sp>
      <p:sp>
        <p:nvSpPr>
          <p:cNvPr id="119" name="Google Shape;119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Silver is the target. Exact criteria and worked example in the PDF, don't read it.</a:t>
            </a:r>
          </a:p>
        </p:txBody>
      </p:sp>
      <p:sp>
        <p:nvSpPr>
          <p:cNvPr id="126" name="Google Shape;126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Language fixed: no time to learn Django or Vue in three weeks.</a:t>
            </a:r>
          </a:p>
        </p:txBody>
      </p:sp>
      <p:sp>
        <p:nvSpPr>
          <p:cNvPr id="133" name="Google Shape;133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9" name="Google Shape;139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Formal deploy deadline is 9.1, push for this week.</a:t>
            </a:r>
          </a:p>
        </p:txBody>
      </p:sp>
      <p:sp>
        <p:nvSpPr>
          <p:cNvPr id="140" name="Google Shape;140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47" name="Google Shape;147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Every tool later maps to one of these three bullets.</a:t>
            </a:r>
          </a:p>
        </p:txBody>
      </p:sp>
      <p:sp>
        <p:nvSpPr>
          <p:cNvPr id="153" name="Google Shape;153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6" name="Google Shape;166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67" name="Google Shape;167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e9389fd93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g3e9389fd93b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74" name="Google Shape;174;g3e9389fd93b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e9389fd93b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0" name="Google Shape;180;g3e9389fd93b_0_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81" name="Google Shape;181;g3e9389fd93b_0_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e9389fd93b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7" name="Google Shape;187;g3e9389fd93b_0_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88" name="Google Shape;188;g3e9389fd93b_0_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95" name="Google Shape;195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" name="Google Shape;201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Whiteboard shout-out. Want: Python/Node/Postgres, domain+DNS, TLS cert, firewall, nginx, systemd, logs, patches, backups, monitoring.</a:t>
            </a:r>
          </a:p>
        </p:txBody>
      </p:sp>
      <p:sp>
        <p:nvSpPr>
          <p:cNvPr id="202" name="Google Shape;202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8" name="Google Shape;208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Say out loud: PaaS is real deployment, most startups run this way.</a:t>
            </a:r>
          </a:p>
        </p:txBody>
      </p:sp>
      <p:sp>
        <p:nvSpPr>
          <p:cNvPr id="209" name="Google Shape;20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16" name="Google Shape;216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e9389fd93b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g3e9389fd93b_0_4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Tick off whiteboard items one by one. Supabase also on AWS. Sign up GHSP today.</a:t>
            </a:r>
          </a:p>
        </p:txBody>
      </p:sp>
      <p:sp>
        <p:nvSpPr>
          <p:cNvPr id="223" name="Google Shape;223;g3e9389fd93b_0_4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Tick off whiteboard items one by one. Supabase also on AWS. Sign up GHSP today.</a:t>
            </a:r>
          </a:p>
        </p:txBody>
      </p:sp>
      <p:sp>
        <p:nvSpPr>
          <p:cNvPr id="230" name="Google Shape;230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which two every project uses: Postgres + GoTrue. Realtime is the easy gold path.</a:t>
            </a:r>
          </a:p>
        </p:txBody>
      </p:sp>
      <p:sp>
        <p:nvSpPr>
          <p:cNvPr id="237" name="Google Shape;237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3" name="Google Shape;243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Ask: why not send user ID in a header? Answer: anyone could send any ID.</a:t>
            </a:r>
          </a:p>
        </p:txBody>
      </p:sp>
      <p:sp>
        <p:nvSpPr>
          <p:cNvPr id="244" name="Google Shape;244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e9389fd93b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0" name="Google Shape;250;g3e9389fd93b_0_13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Shout-out, press each option's failure mode. Committed password leaks forever; rotation means history rewrite.</a:t>
            </a:r>
          </a:p>
        </p:txBody>
      </p:sp>
      <p:sp>
        <p:nvSpPr>
          <p:cNvPr id="251" name="Google Shape;251;g3e9389fd93b_0_13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e9389fd93b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7" name="Google Shape;257;g3e9389fd93b_0_5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Shout-out, press each option's failure mode. Committed password leaks forever; rotation means history rewrite.</a:t>
            </a:r>
          </a:p>
        </p:txBody>
      </p:sp>
      <p:sp>
        <p:nvSpPr>
          <p:cNvPr id="258" name="Google Shape;258;g3e9389fd93b_0_5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e9389fd93b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4" name="Google Shape;264;g3e9389fd93b_0_15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Blank: `SUPABASE_JWT_SECRET` from env. `jwt.decode` also raises on expiry. `audience='authenticated'` is Supabase-specific.</a:t>
            </a:r>
          </a:p>
        </p:txBody>
      </p:sp>
      <p:sp>
        <p:nvSpPr>
          <p:cNvPr id="265" name="Google Shape;265;g3e9389fd93b_0_15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e9389fd93b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g3e9389fd93b_0_1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Blank: `SUPABASE_JWT_SECRET` from env. `jwt.decode` also raises on expiry. `audience='authenticated'` is Supabase-specific.</a:t>
            </a:r>
          </a:p>
        </p:txBody>
      </p:sp>
      <p:sp>
        <p:nvSpPr>
          <p:cNvPr id="274" name="Google Shape;274;g3e9389fd93b_0_1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Blank: `SUPABASE_JWT_SECRET` from env. `jwt.decode` also raises on expiry. `audience='authenticated'` is Supabase-specific.</a:t>
            </a:r>
          </a:p>
        </p:txBody>
      </p:sp>
      <p:sp>
        <p:nvSpPr>
          <p:cNvPr id="283" name="Google Shape;283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92" name="Google Shape;292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7" name="Google Shape;297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explain CORS here. If asked: a problem they don't have.</a:t>
            </a:r>
          </a:p>
        </p:txBody>
      </p:sp>
      <p:sp>
        <p:nvSpPr>
          <p:cNvPr id="298" name="Google Shape;298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e9389fd93b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4" name="Google Shape;304;g3e9389fd93b_0_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Mount swallows `/api` if it comes first. `html=True`: index.html for any non-file path.</a:t>
            </a:r>
          </a:p>
        </p:txBody>
      </p:sp>
      <p:sp>
        <p:nvSpPr>
          <p:cNvPr id="305" name="Google Shape;305;g3e9389fd93b_0_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Mount swallows `/api` if it comes first. `html=True`: index.html for any non-file path.</a:t>
            </a:r>
          </a:p>
        </p:txBody>
      </p:sp>
      <p:sp>
        <p:nvSpPr>
          <p:cNvPr id="314" name="Google Shape;314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2" name="Google Shape;322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through slowly. Build before start, or `frontend/dist` doesn't exist when FastAPI mounts it.</a:t>
            </a:r>
          </a:p>
        </p:txBody>
      </p:sp>
      <p:sp>
        <p:nvSpPr>
          <p:cNvPr id="323" name="Google Shape;323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9" name="Google Shape;329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Add `.env` to `.gitignore` first thing, not at the end.</a:t>
            </a:r>
          </a:p>
        </p:txBody>
      </p:sp>
      <p:sp>
        <p:nvSpPr>
          <p:cNvPr id="330" name="Google Shape;330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e9389fd93b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6" name="Google Shape;336;g3e9389fd93b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`load_dotenv` no-ops if no file, so no dev/prod branch. Railway has no `.env` at all.</a:t>
            </a:r>
          </a:p>
        </p:txBody>
      </p:sp>
      <p:sp>
        <p:nvSpPr>
          <p:cNvPr id="337" name="Google Shape;337;g3e9389fd93b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e9389fd93b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5" name="Google Shape;345;g3e9389fd93b_0_15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`load_dotenv` no-ops if no file, so no dev/prod branch. Railway has no `.env` at all.</a:t>
            </a:r>
          </a:p>
        </p:txBody>
      </p:sp>
      <p:sp>
        <p:nvSpPr>
          <p:cNvPr id="346" name="Google Shape;346;g3e9389fd93b_0_15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`load_dotenv` no-ops if no file, so no dev/prod branch. Railway has no `.env` at all.</a:t>
            </a:r>
          </a:p>
        </p:txBody>
      </p:sp>
      <p:sp>
        <p:nvSpPr>
          <p:cNvPr id="355" name="Google Shape;355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3" name="Google Shape;363;p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Name it: 12-factor app.</a:t>
            </a:r>
          </a:p>
        </p:txBody>
      </p:sp>
      <p:sp>
        <p:nvSpPr>
          <p:cNvPr id="364" name="Google Shape;364;p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2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Lean B, Docker for Mac is a headache. Real companies wipe prod this way too.</a:t>
            </a:r>
          </a:p>
        </p:txBody>
      </p:sp>
      <p:sp>
        <p:nvSpPr>
          <p:cNvPr id="371" name="Google Shape;371;p2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7" name="Google Shape;377;p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Failure: column added locally, push, prod 500s on demo morning.</a:t>
            </a:r>
          </a:p>
        </p:txBody>
      </p:sp>
      <p:sp>
        <p:nvSpPr>
          <p:cNvPr id="378" name="Google Shape;378;p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e9389fd93b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4" name="Google Shape;384;g3e9389fd93b_0_17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schema.sql route: `IF NOT EXISTS`, additive only. Example: teammate hand-edits prod at 11pm.</a:t>
            </a:r>
          </a:p>
        </p:txBody>
      </p:sp>
      <p:sp>
        <p:nvSpPr>
          <p:cNvPr id="385" name="Google Shape;385;g3e9389fd93b_0_17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e9389fd93b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1" name="Google Shape;391;g3e9389fd93b_0_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Expect refresh-the-browser instinct; send them to the log view.</a:t>
            </a:r>
          </a:p>
        </p:txBody>
      </p:sp>
      <p:sp>
        <p:nvSpPr>
          <p:cNvPr id="392" name="Google Shape;392;g3e9389fd93b_0_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8" name="Google Shape;398;p3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Expect refresh-the-browser instinct; send them to the log view.</a:t>
            </a:r>
          </a:p>
        </p:txBody>
      </p:sp>
      <p:sp>
        <p:nvSpPr>
          <p:cNvPr id="399" name="Google Shape;399;p3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Docker in 8.1, CI/CD in 8.2. Teams and ideas locked by 8.1.</a:t>
            </a:r>
          </a:p>
        </p:txBody>
      </p:sp>
      <p:sp>
        <p:nvSpPr>
          <p:cNvPr id="406" name="Google Shape;406;p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4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4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4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4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4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3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4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7.2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Final Project and Cloud Deployment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Final Project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Welcome to the back half of the semester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914400" y="1463040"/>
            <a:ext cx="10362900" cy="36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far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you've built the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BBS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app incrementally:</a:t>
            </a:r>
            <a:r>
              <a:rPr lang="en-US"/>
              <a:t>\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Assignment 1: JSON -&gt; SQLite CLI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Assignment 2: FastAPI web API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45720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Assignment 3: Testing detour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Assignment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React frontend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From today forward, you're doing the same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work on your own project.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You’ll work in teams (2 to 3 people), and demo on the last day of class.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Timeline</a:t>
            </a:r>
            <a:endParaRPr/>
          </a:p>
        </p:txBody>
      </p:sp>
      <p:sp>
        <p:nvSpPr>
          <p:cNvPr id="108" name="Google Shape;108;p4"/>
          <p:cNvSpPr txBox="1"/>
          <p:nvPr/>
        </p:nvSpPr>
        <p:spPr>
          <a:xfrm>
            <a:off x="914400" y="1109290"/>
            <a:ext cx="10362900" cy="56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kickoff. Form teams, pick an idea.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lecture 8.1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team locked, rough idea agreed on.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lecture 9.1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halfway. Data model real, app deployed at a public URL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ontinuous integration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pipeline running. The shape exists,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features are still coming.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Day of 10.2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everything is due before class starts.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Deployed app reachable at a public URL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Source code pushed to a public GitHub repo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Short README write-up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In-class demo, 5-7 minutes per team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9389fd93b_0_3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Scope: build something new</a:t>
            </a:r>
            <a:endParaRPr/>
          </a:p>
        </p:txBody>
      </p:sp>
      <p:sp>
        <p:nvSpPr>
          <p:cNvPr id="115" name="Google Shape;115;g3e9389fd93b_0_34"/>
          <p:cNvSpPr txBox="1"/>
          <p:nvPr/>
        </p:nvSpPr>
        <p:spPr>
          <a:xfrm>
            <a:off x="914388" y="1133065"/>
            <a:ext cx="10362900" cy="28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 something new.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Not an extension of the chat app.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Bronze is the floor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not the target.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With coding agents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the basic CRUD-app-on-cloud part is closer to a long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weekend than three weeks of work. So bronze includes the things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 make a real product: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Scope: build something new</a:t>
            </a:r>
            <a:endParaRPr/>
          </a:p>
        </p:txBody>
      </p:sp>
      <p:sp>
        <p:nvSpPr>
          <p:cNvPr id="122" name="Google Shape;122;p6"/>
          <p:cNvSpPr txBox="1"/>
          <p:nvPr/>
        </p:nvSpPr>
        <p:spPr>
          <a:xfrm>
            <a:off x="914388" y="1133065"/>
            <a:ext cx="10362900" cy="50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 something new.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Not an extension of the chat app.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Bronze is the floor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not the target.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With coding agents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the basic CRUD-app-on-cloud part is closer to a long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weekend than three weeks of work. So bronze includes the things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 make a real product: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Real auth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via Supabase Auth (or similar)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Some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nontrivial logic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an algorithm, a real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cross-table query, a state machine, something an agent can't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just generate from a one-line description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test suite + CI pipeline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gates deploy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Multi-user value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if it's a single-user app, scope is wrong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Grading</a:t>
            </a:r>
            <a:endParaRPr/>
          </a:p>
        </p:txBody>
      </p:sp>
      <p:sp>
        <p:nvSpPr>
          <p:cNvPr id="129" name="Google Shape;129;p7"/>
          <p:cNvSpPr txBox="1"/>
          <p:nvPr/>
        </p:nvSpPr>
        <p:spPr>
          <a:xfrm>
            <a:off x="914388" y="1153165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Same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bronze / silver / gold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rubric you've used all semester.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Bronze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it works, it's shipped, every invariant hit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Silver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second nontrivial piece, optimistic updates,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routing, real design, more tests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Gold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of (real-time / end-to-end test suite / serious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visual design), plus at least two custom features you came up with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Detailed criteria, the BookCircle worked example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sketch of some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other reasonable project directions are in the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assignment</a:t>
            </a:r>
            <a:r>
              <a:rPr lang="en-US" b="1"/>
              <a:t>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PDF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polished silver beats an unfinished gold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Either beat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 a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barely-deployed bronze. Deploy early, then iterate up.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Tech stack and AI rules</a:t>
            </a:r>
            <a:endParaRPr/>
          </a:p>
        </p:txBody>
      </p:sp>
      <p:sp>
        <p:nvSpPr>
          <p:cNvPr id="136" name="Google Shape;136;p8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Language/framework layer is fixed.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No swapping stacks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Backend: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FastAPI (Python)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Frontend: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+ TypeScript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Database: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Postgres, hosted in the cloud (NOT local SQLite)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Hosting and DB provider are your call.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 + Supabase is a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good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default and what we'll walk through today.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Fly.io, Render, Neon, AWS RDS, etc. all work too if you'd rather.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Just explain the choice in your README.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AI rules: same as the individual assignments.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This week's job</a:t>
            </a:r>
            <a:endParaRPr/>
          </a:p>
        </p:txBody>
      </p:sp>
      <p:sp>
        <p:nvSpPr>
          <p:cNvPr id="143" name="Google Shape;143;p9"/>
          <p:cNvSpPr txBox="1"/>
          <p:nvPr/>
        </p:nvSpPr>
        <p:spPr>
          <a:xfrm>
            <a:off x="914400" y="1176100"/>
            <a:ext cx="10728600" cy="52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class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(8.1)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Team picked. Names emailed to me.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Rough idea agreed on. A sentence or two is plenty.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My suggestion: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start with the pipeline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First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get a trivial app deployed end to end: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FastAPI endpoint returning JSON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React page fetching and rendering it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Talking to a real cloud Postgres (even with one dummy table)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Live at a public URL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Then start building features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1" indent="45720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 you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go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features first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deploy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at the end, you'll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learn painfully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what doesn’t work in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production.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Deploying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"deploy" even means</a:t>
            </a:r>
            <a:endParaRPr/>
          </a:p>
        </p:txBody>
      </p:sp>
      <p:sp>
        <p:nvSpPr>
          <p:cNvPr id="156" name="Google Shape;156;p11"/>
          <p:cNvSpPr txBox="1"/>
          <p:nvPr/>
        </p:nvSpPr>
        <p:spPr>
          <a:xfrm>
            <a:off x="914400" y="1463040"/>
            <a:ext cx="10362900" cy="43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All semester, your code has run on `localhost`.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$ uvicorn app:app --reload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Uvicorn running on http://127.0.0.1:8000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URL is only reachable from your laptop. Close the lid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app is gone.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Deploying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means taking that code and putting it on a computer that is: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Always 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doesn't go away when your laptop sleeps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Reachable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has a public URL on the internet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Self-starting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runs your code automatically on every request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cloud, briefly</a:t>
            </a:r>
            <a:endParaRPr/>
          </a:p>
        </p:txBody>
      </p:sp>
      <p:sp>
        <p:nvSpPr>
          <p:cNvPr id="163" name="Google Shape;163;p12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Twenty years ago, getting an always-on computer on the internet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meant buying a physical server, racking it in a data center,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paying for power and bandwidth, and hoping nothing burned out.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2006: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Amazon noticed they had a lot of idle server capacity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between holiday shopping spikes and started renting it out by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hour. AWS was the first big cloud provider, and the rest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industry followed.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shift was economic, not really technical. Compute went from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thing you OWN (a capital expense, a depreciating asset, a person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 maintain it) to a thing you BUY by the hour (a metered utility,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kinda like electricity).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Today, basically nobody starts a new web app by buying a server. You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sign up for an account, run code on someone else's machine, pay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what you use. That's "the cloud."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does the code actually run?</a:t>
            </a:r>
            <a:endParaRPr/>
          </a:p>
        </p:txBody>
      </p:sp>
      <p:sp>
        <p:nvSpPr>
          <p:cNvPr id="170" name="Google Shape;170;p13"/>
          <p:cNvSpPr txBox="1"/>
          <p:nvPr/>
        </p:nvSpPr>
        <p:spPr>
          <a:xfrm>
            <a:off x="914400" y="12801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need a computer that's always on. That used to mean a box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under someone's desk. Today it means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renting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slice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someone else's computer from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cloud provider.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1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cloud provider rents you the same three things: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Compute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CPU time to run your code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Storage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disks for your files and databases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Networking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routes from the internet to your code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There are a hundred cloud providers (AWS, Google, Azure, Railway,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Fly, Vercel, …)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They all sell some combination of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those three things.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real question isn't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which cloud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it's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how much of the work do you want to do yourself?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e9389fd93b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Four ways to deploy, easiest to hardest</a:t>
            </a:r>
            <a:endParaRPr/>
          </a:p>
        </p:txBody>
      </p:sp>
      <p:sp>
        <p:nvSpPr>
          <p:cNvPr id="177" name="Google Shape;177;g3e9389fd93b_0_0"/>
          <p:cNvSpPr txBox="1"/>
          <p:nvPr/>
        </p:nvSpPr>
        <p:spPr>
          <a:xfrm>
            <a:off x="914400" y="1463040"/>
            <a:ext cx="103629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 Static hosting.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Give them built HTML/JS/CSS, they serve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 on a CDN.</a:t>
            </a:r>
            <a:endParaRPr>
              <a:solidFill>
                <a:schemeClr val="dk1"/>
              </a:solidFill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Vercel (originally), Netlify, Cloudflare Pages. Frontend only.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e9389fd93b_0_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Four ways to deploy, easiest to hardest</a:t>
            </a:r>
            <a:endParaRPr/>
          </a:p>
        </p:txBody>
      </p:sp>
      <p:sp>
        <p:nvSpPr>
          <p:cNvPr id="184" name="Google Shape;184;g3e9389fd93b_0_12"/>
          <p:cNvSpPr txBox="1"/>
          <p:nvPr/>
        </p:nvSpPr>
        <p:spPr>
          <a:xfrm>
            <a:off x="914400" y="1463040"/>
            <a:ext cx="10362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 Static hosting.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Give them built HTML/JS/CSS, they serve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 on a CDN.</a:t>
            </a:r>
            <a:endParaRPr>
              <a:solidFill>
                <a:schemeClr val="dk1"/>
              </a:solidFill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Vercel (originally), Netlify, Cloudflare Pages. Frontend only.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 Platform-as-a-Service.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Give them a code repo, they figure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out how to run it. Logs, HTTPS, env vars, auto-deploy on push.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Render, Fly.io, Heroku. This is what we're using.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e9389fd93b_0_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Four ways to deploy, easiest to hardest</a:t>
            </a:r>
            <a:endParaRPr/>
          </a:p>
        </p:txBody>
      </p:sp>
      <p:sp>
        <p:nvSpPr>
          <p:cNvPr id="191" name="Google Shape;191;g3e9389fd93b_0_6"/>
          <p:cNvSpPr txBox="1"/>
          <p:nvPr/>
        </p:nvSpPr>
        <p:spPr>
          <a:xfrm>
            <a:off x="914400" y="1463040"/>
            <a:ext cx="10362900" cy="41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 Static hosting.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Give them built HTML/JS/CSS, they serve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 on a CDN.</a:t>
            </a:r>
            <a:endParaRPr>
              <a:solidFill>
                <a:schemeClr val="dk1"/>
              </a:solidFill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Vercel (originally), Netlify, Cloudflare Pages. Frontend only.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 Platform-as-a-Service.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Give them a code repo, they figure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out how to run it. Logs, HTTPS, env vars, auto-deploy on push.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Render, Fly.io, Heroku. This is what we're using.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 Containers.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Package the runtime in a Docker image and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hand it over. More control, slightly more work. Fly, ECS,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Kubernetes. We'll see this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later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Four ways to deploy, easiest to hardest</a:t>
            </a:r>
            <a:endParaRPr/>
          </a:p>
        </p:txBody>
      </p:sp>
      <p:sp>
        <p:nvSpPr>
          <p:cNvPr id="198" name="Google Shape;198;p14"/>
          <p:cNvSpPr txBox="1"/>
          <p:nvPr/>
        </p:nvSpPr>
        <p:spPr>
          <a:xfrm>
            <a:off x="914400" y="1463040"/>
            <a:ext cx="10362900" cy="50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 Static hosting.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Give them built HTML/JS/CSS, they serve it on a CDN.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Vercel (o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riginally)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Netlify, Cloudflare Pages. Frontend only.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 Platform-as-a-Service.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Give them a code repo, they figure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out how to run it. Logs, HTTPS, env vars, auto-deploy on push.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Render, Fly.io, Heroku. This is what we're using.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 Containers.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Package the runtime in a Docker image and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hand it over. More control, slightly more work. Fly, ECS,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Kubernetes. We'll see this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later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 Infrastructure-as-a-Service.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Rent a bare Linux machine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do everything yourself. AWS EC2, DigitalOcean.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If I gave you a bare Linux box...</a:t>
            </a:r>
            <a:endParaRPr/>
          </a:p>
        </p:txBody>
      </p:sp>
      <p:sp>
        <p:nvSpPr>
          <p:cNvPr id="205" name="Google Shape;205;p17"/>
          <p:cNvSpPr txBox="1"/>
          <p:nvPr/>
        </p:nvSpPr>
        <p:spPr>
          <a:xfrm>
            <a:off x="914400" y="1463040"/>
            <a:ext cx="10362900" cy="27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Suppose I rented you a bare Linux VM from DigitalOcean. SSH access,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installed. You've got your FastAPI + React + Postgres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code. Get a website live on the public internet that anyone can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visit.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What's on your todo list? 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Start as high up the ladder as you can</a:t>
            </a:r>
            <a:endParaRPr/>
          </a:p>
        </p:txBody>
      </p:sp>
      <p:sp>
        <p:nvSpPr>
          <p:cNvPr id="212" name="Google Shape;212;p15"/>
          <p:cNvSpPr txBox="1"/>
          <p:nvPr/>
        </p:nvSpPr>
        <p:spPr>
          <a:xfrm>
            <a:off x="914400" y="1463040"/>
            <a:ext cx="10362900" cy="50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Rule of thumb for picking a deployment tier:</a:t>
            </a:r>
            <a:endParaRPr sz="2400" b="1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 at tier 1 if you have no backend.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 at tier 2 if you do.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Only drop to tier 3 when you need control the PaaS can't give you.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Only drop to tier 4 when you're running a real company.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your final project,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tier 2 is always right.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PaaS platforms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exist specifically to handle the case of "I'm one person (or one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small team) with a web app, get it running on the internet."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They're doing a lot of boring work for you and charging you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few dollars a month.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Our stack: Railway + Supabase + GitHub</a:t>
            </a:r>
            <a:endParaRPr/>
          </a:p>
        </p:txBody>
      </p:sp>
      <p:sp>
        <p:nvSpPr>
          <p:cNvPr id="219" name="Google Shape;219;p16"/>
          <p:cNvSpPr txBox="1"/>
          <p:nvPr/>
        </p:nvSpPr>
        <p:spPr>
          <a:xfrm>
            <a:off x="914400" y="1280140"/>
            <a:ext cx="10362900" cy="50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the final project, you're using three services together: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where your source code lives. One repo per team.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where your app runs. Railway watches your repo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rebuilds the app every time you push to main. Public HTTPS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URL, logs, env vars, one-click rollback.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where your database lives. Managed Postgres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with a URL your FastAPI app connects to at startup. Plus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optional auth, storage, and realtime you can use if you want.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e9389fd93b_0_4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PaaS actually buys you</a:t>
            </a:r>
            <a:endParaRPr/>
          </a:p>
        </p:txBody>
      </p:sp>
      <p:sp>
        <p:nvSpPr>
          <p:cNvPr id="226" name="Google Shape;226;g3e9389fd93b_0_48"/>
          <p:cNvSpPr txBox="1"/>
          <p:nvPr/>
        </p:nvSpPr>
        <p:spPr>
          <a:xfrm>
            <a:off x="914400" y="1180125"/>
            <a:ext cx="10645800" cy="53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Everything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 discussed previously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Railway gives you by default.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Each one is a piece of infrastructure work somebody (probably you)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would have to do on a bare box: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Reverse proxy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with HTTPS and a valid cert (nginx + certbot)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Build pipeline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detects your stack, installs deps, builds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your frontend (Nixpacks or buildpacks under the hood)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Process manager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keeps your app running and restarts it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 crash (systemd / supervisord)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Secrets management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via env vars in the dashboard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Log streaming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real time, searchable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ontinuous deployment (CD)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trigger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wired to your GitHub repo - push to main, get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deploy. Rollback is one click.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PaaS actually buys you</a:t>
            </a:r>
            <a:endParaRPr/>
          </a:p>
        </p:txBody>
      </p:sp>
      <p:sp>
        <p:nvSpPr>
          <p:cNvPr id="233" name="Google Shape;233;p18"/>
          <p:cNvSpPr txBox="1"/>
          <p:nvPr/>
        </p:nvSpPr>
        <p:spPr>
          <a:xfrm>
            <a:off x="914400" y="1180125"/>
            <a:ext cx="10645800" cy="6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Everything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 discussed previously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Railway gives you by default.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Each one is a piece of infrastructure work somebody (probably you)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would have to do on a bare box: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Reverse proxy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with HTTPS and a valid cert (nginx + certbot)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Build pipeline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detects your stack, installs deps, builds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your frontend (Nixpacks or buildpacks under the hood)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Process manager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keeps your app running and restarts it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 crash (systemd / supervisord)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Secrets management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via env vars in the dashboard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Log streaming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real time, searchable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ontinuous deployment (CD)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trigger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wired to your GitHub repo - push to main, get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deploy. Rollback is one click.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itself running on AWS, by the way - it's clouds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all the way down).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Supabase is a stack of services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914388" y="1153165"/>
            <a:ext cx="10362900" cy="6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Supabase is not a single product. It's a bundle of open-source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services running together, each one solving a real problem you'd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otherwise have to solve yourself: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Postgres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actual database. It's just Postgres. You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could swap to Neon or RDS and the rest of your code wouldn't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change.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GoTrue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auth service. Issues JWTs, handles email/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password + Google/GitHub/etc OAuth, password reset, sessions.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PostgREST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auto-generates a REST API from your tables.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(You won't use this much - you have your own FastAPI.)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Realtime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websocket server that publishes changes to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Postgres tables (INSERT/UPDATE/DELETE) to subscribed clients.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Storage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S3-style file uploads with permission rules.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your project, you'll definitely use Postgres + GoTrue.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others are there if you want them.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your server knows who you are</a:t>
            </a:r>
            <a:endParaRPr/>
          </a:p>
        </p:txBody>
      </p:sp>
      <p:sp>
        <p:nvSpPr>
          <p:cNvPr id="247" name="Google Shape;247;p20"/>
          <p:cNvSpPr txBox="1"/>
          <p:nvPr/>
        </p:nvSpPr>
        <p:spPr>
          <a:xfrm>
            <a:off x="914397" y="1179260"/>
            <a:ext cx="10362900" cy="51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frontend calls your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how does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know which user is calling?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User logs in via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Auth (email/password or Google).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verifies the credentials and issues a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JWT (JSON Web Token</a:t>
            </a:r>
            <a:r>
              <a:rPr lang="en-US" sz="2000" b="1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signed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with a secret only it knows.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JS SDK on the frontend stores the JWT and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attaches it to every API request: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`Authorization: Bearer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eyJhbGciOi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...`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Your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receives the request, pulls the JWT out of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header, verifies the signature against the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secret,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and reads the `sub` claim - that's the user ID.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signature doesn't verify or the JWT is expired, you reject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9389fd93b_0_13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does the password live?</a:t>
            </a:r>
            <a:endParaRPr/>
          </a:p>
        </p:txBody>
      </p:sp>
      <p:sp>
        <p:nvSpPr>
          <p:cNvPr id="254" name="Google Shape;254;g3e9389fd93b_0_136"/>
          <p:cNvSpPr txBox="1"/>
          <p:nvPr/>
        </p:nvSpPr>
        <p:spPr>
          <a:xfrm>
            <a:off x="914400" y="1099250"/>
            <a:ext cx="10728600" cy="34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FastAPI app has to connect to Postgres.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onnection string has a password in it: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postgresql://postgres:s3cret-pw@db.supabase.co:5432/postgres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Same code has to run two places - your laptop AND Railway.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Different DB on each, different password.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Where do you put that string?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e9389fd93b_0_5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does the password live?</a:t>
            </a:r>
            <a:endParaRPr/>
          </a:p>
        </p:txBody>
      </p:sp>
      <p:sp>
        <p:nvSpPr>
          <p:cNvPr id="261" name="Google Shape;261;g3e9389fd93b_0_55"/>
          <p:cNvSpPr txBox="1"/>
          <p:nvPr/>
        </p:nvSpPr>
        <p:spPr>
          <a:xfrm>
            <a:off x="914400" y="1099250"/>
            <a:ext cx="10728600" cy="59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FastAPI app has to connect to Postgres.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onnection string has a password in it: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postgresql://postgres:s3cret-pw@db.supabase.co:5432/postgres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Same code has to run two places - your laptop AND Railway.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Different DB on each, different password.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Where do you put that string?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`app.py`?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a `config.py` file checked into the repo?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a JSON/YAML settings file the app reads at startup?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Somewhere else?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if the repo is public? What if you swap from local Postgres to Supabase?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if a teammate joins?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e9389fd93b_0_15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Verifying a JWT in FastAPI</a:t>
            </a:r>
            <a:endParaRPr/>
          </a:p>
        </p:txBody>
      </p:sp>
      <p:sp>
        <p:nvSpPr>
          <p:cNvPr id="268" name="Google Shape;268;g3e9389fd93b_0_151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69" name="Google Shape;269;g3e9389fd93b_0_151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g3e9389fd93b_0_151"/>
          <p:cNvSpPr txBox="1"/>
          <p:nvPr/>
        </p:nvSpPr>
        <p:spPr>
          <a:xfrm>
            <a:off x="1005840" y="1645920"/>
            <a:ext cx="10179900" cy="39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jose import jwt, JWTError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get_current_user_id(authorization: str = Header(...)) -&gt; str: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authorization.startswith("Bearer "):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raise HTTPException(401, "missing bearer token")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token = authorization[len("Bearer "):]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payload = jwt.decode(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token,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</a:t>
            </a: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algorithms=["HS256"], audience="authenticated",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except JWTError: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raise HTTPException(401, "invalid or expired token")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payload["sub"]   # this is the Supabase user UUID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9389fd93b_0_14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Verifying a JWT in FastAPI</a:t>
            </a:r>
            <a:endParaRPr/>
          </a:p>
        </p:txBody>
      </p:sp>
      <p:sp>
        <p:nvSpPr>
          <p:cNvPr id="277" name="Google Shape;277;g3e9389fd93b_0_143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78" name="Google Shape;278;g3e9389fd93b_0_14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g3e9389fd93b_0_143"/>
          <p:cNvSpPr txBox="1"/>
          <p:nvPr/>
        </p:nvSpPr>
        <p:spPr>
          <a:xfrm>
            <a:off x="1005840" y="1645920"/>
            <a:ext cx="10179900" cy="39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jose import jwt, JWTError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SUPABASE_JWT_SECRET = os.environ["SUPABASE_JWT_SECRET"]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get_current_user_id(authorization: str = Header(...)) -&gt; str: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authorization.startswith("Bearer "):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raise HTTPException(401, "missing bearer token")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token = authorization[len("Bearer "):]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payload = jwt.decode(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token, SUPABASE_JWT_SECRET,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algorithms=["HS256"], audience="authenticated",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except JWTError: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raise HTTPException(401, "invalid or expired token")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payload["sub"]   # this is the Supabase user UUID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Verifying a JWT in FastAPI</a:t>
            </a:r>
            <a:endParaRPr/>
          </a:p>
        </p:txBody>
      </p:sp>
      <p:sp>
        <p:nvSpPr>
          <p:cNvPr id="286" name="Google Shape;286;p2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87" name="Google Shape;287;p2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1"/>
          <p:cNvSpPr txBox="1"/>
          <p:nvPr/>
        </p:nvSpPr>
        <p:spPr>
          <a:xfrm>
            <a:off x="1005840" y="1645920"/>
            <a:ext cx="10179900" cy="48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jose import jwt, JWTError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SUPABASE_JWT_SECRET = os.environ["SUPABASE_JWT_SECRET"]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get_current_user_id(authorization: str = Header(...)) -&gt; str: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authorization.startswith("Bearer "):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raise HTTPException(401, "missing bearer token")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token = authorization[len("Bearer "):]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payload = jwt.decode(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token, SUPABASE_JWT_SECRET,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algorithms=["HS256"], audience="authenticated",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except JWTError: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raise HTTPException(401, "invalid or expired token")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payload["sub"]   # this is the Supabase user UUID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Use it in any protected endpoint: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@app.get("/api/me")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get_me(user_id: str = Depends(get_current_user_id)):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{"user_id": user_id}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one architectural trick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FastAPI serves the React build</a:t>
            </a:r>
            <a:endParaRPr/>
          </a:p>
        </p:txBody>
      </p:sp>
      <p:sp>
        <p:nvSpPr>
          <p:cNvPr id="301" name="Google Shape;301;p23"/>
          <p:cNvSpPr txBox="1"/>
          <p:nvPr/>
        </p:nvSpPr>
        <p:spPr>
          <a:xfrm>
            <a:off x="914397" y="1280160"/>
            <a:ext cx="10362900" cy="50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Here's the architectural decision that makes your life easy.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Instead of deploying the React frontend and the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backend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as two separate things, you deploy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one service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serves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both.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handles `/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api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/...` as usual. For every other URL,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serves the built React app from `frontend/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dist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/`.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Same server. Same URL. Same origin.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 this matters: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when frontend and backend are the same origin,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there is no cross-origin request, which means you never have to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think about cross-origin rules at all. Saves you a week of head-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scratching on your first deploy.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e9389fd93b_0_1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that looks like in code</a:t>
            </a:r>
            <a:endParaRPr/>
          </a:p>
        </p:txBody>
      </p:sp>
      <p:sp>
        <p:nvSpPr>
          <p:cNvPr id="308" name="Google Shape;308;g3e9389fd93b_0_1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09" name="Google Shape;309;g3e9389fd93b_0_1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g3e9389fd93b_0_18"/>
          <p:cNvSpPr txBox="1"/>
          <p:nvPr/>
        </p:nvSpPr>
        <p:spPr>
          <a:xfrm>
            <a:off x="1005840" y="1645920"/>
            <a:ext cx="10179900" cy="38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 - FastAPI serves both the API and the built frontend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FastAPI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 = FastAPI()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API routes come FIRST, so they match before the static handler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[...]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create_message(body: MessageCreate):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that looks like in code</a:t>
            </a:r>
            <a:endParaRPr/>
          </a:p>
        </p:txBody>
      </p:sp>
      <p:sp>
        <p:nvSpPr>
          <p:cNvPr id="317" name="Google Shape;317;p2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18" name="Google Shape;318;p2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4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 - FastAPI serves both the API and the built frontend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FastAPI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fastapi.staticfiles import StaticFiles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 = FastAPI()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API routes come FIRST, so they match before the static handler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[...]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create_message(body: MessageCreate):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Everything else: serve the React build.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html=True makes / return index.html (React Router works).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app.mount("/", StaticFiles(directory="frontend/dist", html=True))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deploy-time dance</a:t>
            </a:r>
            <a:endParaRPr/>
          </a:p>
        </p:txBody>
      </p:sp>
      <p:sp>
        <p:nvSpPr>
          <p:cNvPr id="326" name="Google Shape;326;p25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At deploy time, Railway runs your build in this order: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Clone the repo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Install Python deps: `pip install -r requirements.txt`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Install JS deps: `cd frontend &amp;&amp; npm install`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Build the frontend: `npm run build` -&gt; `frontend/dist/`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Start the server: `uvicorn app:app --host 0.0.0.0 --port $PORT`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Steps 3 and 4 produce the static files that step 5's FastAPI app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will serve. You configure this in a `railway.toml` file at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root of your repo, or in the Railway dashboard.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final production artifact is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FastAPI process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serving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both the API and the built frontend.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Environment variables: where secrets live</a:t>
            </a:r>
            <a:endParaRPr/>
          </a:p>
        </p:txBody>
      </p:sp>
      <p:sp>
        <p:nvSpPr>
          <p:cNvPr id="333" name="Google Shape;333;p26"/>
          <p:cNvSpPr txBox="1"/>
          <p:nvPr/>
        </p:nvSpPr>
        <p:spPr>
          <a:xfrm>
            <a:off x="914400" y="1463040"/>
            <a:ext cx="10362900" cy="48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Supabase database URL is a secret. It has a password in it.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must not end up in your git history.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Environment variables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are the standard fix. Your code reads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them via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os.environ["DATABASE_URL"]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The actual values live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OUTSIDE the code.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Railway: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set the variable in the dashboard. Railway injects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into your process at startup.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your laptop: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put it in a `.env` file that's in `.gitignore`.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Never commit a `.env` file.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will dock you if you do.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e9389fd93b_0_16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.env locally, dashboard in production</a:t>
            </a:r>
            <a:endParaRPr/>
          </a:p>
        </p:txBody>
      </p:sp>
      <p:sp>
        <p:nvSpPr>
          <p:cNvPr id="340" name="Google Shape;340;g3e9389fd93b_0_167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 / python</a:t>
            </a:r>
            <a:endParaRPr/>
          </a:p>
        </p:txBody>
      </p:sp>
      <p:sp>
        <p:nvSpPr>
          <p:cNvPr id="341" name="Google Shape;341;g3e9389fd93b_0_16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g3e9389fd93b_0_167"/>
          <p:cNvSpPr txBox="1"/>
          <p:nvPr/>
        </p:nvSpPr>
        <p:spPr>
          <a:xfrm>
            <a:off x="1005840" y="1645920"/>
            <a:ext cx="10179900" cy="38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.env  (LOCAL ONLY, gitignored, never committed)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DATABASE_URL=postgresql://postgres:pw@db.supabase.co:5432/postgres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SECRET_KEY=dev-do-not-use-in-production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e9389fd93b_0_15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.env locally, dashboard in production</a:t>
            </a:r>
            <a:endParaRPr/>
          </a:p>
        </p:txBody>
      </p:sp>
      <p:sp>
        <p:nvSpPr>
          <p:cNvPr id="349" name="Google Shape;349;g3e9389fd93b_0_15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 / python</a:t>
            </a:r>
            <a:endParaRPr/>
          </a:p>
        </p:txBody>
      </p:sp>
      <p:sp>
        <p:nvSpPr>
          <p:cNvPr id="350" name="Google Shape;350;g3e9389fd93b_0_15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g3e9389fd93b_0_159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.env  (LOCAL ONLY, gitignored, never committed)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DATABASE_URL=postgresql://postgres:pw@db.supabase.co:5432/postgres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SECRET_KEY=dev-do-not-use-in-production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.gitignore  - make sure this is there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.env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.env locally, dashboard in production</a:t>
            </a:r>
            <a:endParaRPr/>
          </a:p>
        </p:txBody>
      </p:sp>
      <p:sp>
        <p:nvSpPr>
          <p:cNvPr id="358" name="Google Shape;358;p2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 / python</a:t>
            </a:r>
            <a:endParaRPr/>
          </a:p>
        </p:txBody>
      </p:sp>
      <p:sp>
        <p:nvSpPr>
          <p:cNvPr id="359" name="Google Shape;359;p2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.env  (LOCAL ONLY, gitignored, never committed)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DATABASE_URL=postgresql://postgres:pw@db.supabase.co:5432/postgres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SECRET_KEY=dev-do-not-use-in-production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 - read env vars the same way in dev and prod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os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dotenv import load_dotenv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load_dotenv()   # loads .env if present, no-op in 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 = os.environ["DATABASE_URL"]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   = os.environ["SECRET_KEY"]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.gitignore  - make sure this is there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.env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Local dev vs production</a:t>
            </a:r>
            <a:endParaRPr/>
          </a:p>
        </p:txBody>
      </p:sp>
      <p:sp>
        <p:nvSpPr>
          <p:cNvPr id="367" name="Google Shape;367;p28"/>
          <p:cNvSpPr txBox="1"/>
          <p:nvPr/>
        </p:nvSpPr>
        <p:spPr>
          <a:xfrm>
            <a:off x="914397" y="1022727"/>
            <a:ext cx="10362900" cy="57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Up to now there's been ONE place your code runs - your laptop.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minute Railway is in the picture, there are TWO, and you have to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think about what's the same between them and what's different.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changes between dev and prod: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Database connection (your dev DB vs the production DB)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Secrets (dev API keys vs real ones)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Debug settings (auto-reload, verbose logs)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Sometimes Python version, package versions, OS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standard move: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keep the code path identical, 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 env vars.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Same </a:t>
            </a:r>
            <a:r>
              <a:rPr lang="en-US" sz="2000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app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reads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DATABASE_URL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 runs against whichever DB it points at.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two places 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people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get caught out are the database and migrations</a:t>
            </a: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does your dev database live?</a:t>
            </a:r>
            <a:endParaRPr/>
          </a:p>
        </p:txBody>
      </p:sp>
      <p:sp>
        <p:nvSpPr>
          <p:cNvPr id="374" name="Google Shape;374;p29"/>
          <p:cNvSpPr txBox="1"/>
          <p:nvPr/>
        </p:nvSpPr>
        <p:spPr>
          <a:xfrm>
            <a:off x="914388" y="1045365"/>
            <a:ext cx="10362900" cy="5647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Production database is on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That's a given.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Question: where do you develop against?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A.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Install Postgres on your laptop - Docker is the easiest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way (`docker run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postgres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`). Fast queries, works offline, free.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Downside: one more thing to keep installed and running.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B.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Spin up a SECOND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project for dev. Point your local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app at it via `DATABASE_URL` in `.env`. No local install,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closer to prod. Downside: every query crosses the network, and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you can't develop on a plane.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C.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Just use the production DB in dev.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DON'T.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Sooner or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later your dev code will do something destructive and wipe real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user data with no backup. This is how companies have outages.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a 3-week project, A or B are both fine</a:t>
            </a:r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Migrations: how schema changes ship</a:t>
            </a:r>
            <a:endParaRPr/>
          </a:p>
        </p:txBody>
      </p:sp>
      <p:sp>
        <p:nvSpPr>
          <p:cNvPr id="381" name="Google Shape;381;p30"/>
          <p:cNvSpPr txBox="1"/>
          <p:nvPr/>
        </p:nvSpPr>
        <p:spPr>
          <a:xfrm>
            <a:off x="914388" y="1085790"/>
            <a:ext cx="10362900" cy="350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migration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script that says 'change the database schema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this specific way.' Think of it like a git commit, but for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tables instead of your code.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problem they solve: you add a `bio` column to `users` during dev.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How does that column show up on Railway when you push? Production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doesn't auto-magically follow your dev schema - somebody (or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something) has to actually run the ALTER TABLE.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e9389fd93b_0_17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Migrations: how schema changes ship</a:t>
            </a:r>
            <a:endParaRPr/>
          </a:p>
        </p:txBody>
      </p:sp>
      <p:sp>
        <p:nvSpPr>
          <p:cNvPr id="388" name="Google Shape;388;g3e9389fd93b_0_175"/>
          <p:cNvSpPr txBox="1"/>
          <p:nvPr/>
        </p:nvSpPr>
        <p:spPr>
          <a:xfrm>
            <a:off x="914388" y="108579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reasonable approaches for your project: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Alembic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standard SQLAlchemy migration tool.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`alembic revision --autogenerate` reads your models, writes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migration file. You commit the file. On deploy, `alembic upgrade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head` applies any pending migrations. This is the grown-up answer.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`schema.sql` checked into the repo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file with all your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CREATE TABLE / ALTER TABLE statements, run on deploy. Simpler,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fine for a small team, gets ugly when teammates conflict on it.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rule, either way: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schema changes go through git.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Never edit the production database by hand and forget to write down what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 did.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e9389fd93b_0_2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deploy loop</a:t>
            </a:r>
            <a:endParaRPr/>
          </a:p>
        </p:txBody>
      </p:sp>
      <p:sp>
        <p:nvSpPr>
          <p:cNvPr id="395" name="Google Shape;395;g3e9389fd93b_0_28"/>
          <p:cNvSpPr txBox="1"/>
          <p:nvPr/>
        </p:nvSpPr>
        <p:spPr>
          <a:xfrm>
            <a:off x="914400" y="1463040"/>
            <a:ext cx="10362900" cy="38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Once you've set everything up once, your day-to-day loop is: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Edit code on your laptop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`git commit` and `git push` to GitHub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Railway notices the push, rebuilds, redeploys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~60 seconds later, your live URL is running the new code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step 3 or 4 fails, Railway shows you the error in the dashboard.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Build logs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tell you if the install/build step worked.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Runtime logs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tell you if the server even started.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deploy loop</a:t>
            </a:r>
            <a:endParaRPr/>
          </a:p>
        </p:txBody>
      </p:sp>
      <p:sp>
        <p:nvSpPr>
          <p:cNvPr id="402" name="Google Shape;402;p31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Once you've set everything up once, your day-to-day loop is: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Edit code on your laptop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`git commit` and `git push` to GitHub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Railway notices the push, rebuilds, redeploys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~60 seconds later, your live URL is running the new code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step 3 or 4 fails, Railway shows you the error in the dashboard.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Build logs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tell you if the install/build step worked.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Runtime logs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tell you if the server even started.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First rule of debugging a deploy: read the logs.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Most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first deploy failures are either a missing dependency or a missing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environment variable, and both are plainly visible in the logs.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3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09" name="Google Shape;409;p32"/>
          <p:cNvSpPr txBox="1"/>
          <p:nvPr/>
        </p:nvSpPr>
        <p:spPr>
          <a:xfrm>
            <a:off x="914400" y="1280140"/>
            <a:ext cx="10362900" cy="51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Final project recap: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something new, team of 2-3, three weeks,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due day of 10.2. Bronze includes real auth, a piece of nontrivial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logic, tests + CI, deployed to the cloud. Silver is the target;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gold is the stretch.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Deployment recap: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PaaS like Railway sells you the things you'd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otherwise have to do yourself (reverse proxy, HTTPS, build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pipeline, secrets, logs, CD). Supabase is a stack: Postgres +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GoTrue + a few more. FastAPI serves the React build - one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service, same origin, no CORS. Secrets in env vars, not code.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week: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form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your team, agree on an idea, sign up for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Railway + Supabase (or your chosen alternatives), get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hello-world pipeline deployed before you write features.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8667</Words>
  <Application>Microsoft Macintosh PowerPoint</Application>
  <PresentationFormat>Widescreen</PresentationFormat>
  <Paragraphs>604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Calibri</vt:lpstr>
      <vt:lpstr>Arial</vt:lpstr>
      <vt:lpstr>Courier New</vt:lpstr>
      <vt:lpstr>Courier Prime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1</cp:revision>
  <dcterms:created xsi:type="dcterms:W3CDTF">2013-01-27T09:14:16Z</dcterms:created>
  <dcterms:modified xsi:type="dcterms:W3CDTF">2026-05-14T22:58:43Z</dcterms:modified>
</cp:coreProperties>
</file>