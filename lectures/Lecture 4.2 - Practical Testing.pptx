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</p:sldIdLst>
  <p:sldSz cy="6858000" cx="12191675"/>
  <p:notesSz cx="6858000" cy="9144000"/>
  <p:embeddedFontLst>
    <p:embeddedFont>
      <p:font typeface="Courier Prime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53" roundtripDataSignature="AMtx7mi7XtuvKTC4QQPzPGQNDOIHB7JOu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font" Target="fonts/CourierPrime-regular.fntdata"/><Relationship Id="rId50" Type="http://schemas.openxmlformats.org/officeDocument/2006/relationships/font" Target="fonts/CourierPrime-bold.fntdata"/><Relationship Id="rId51" Type="http://schemas.openxmlformats.org/officeDocument/2006/relationships/font" Target="fonts/CourierPrime-italic.fntdata"/><Relationship Id="rId52" Type="http://schemas.openxmlformats.org/officeDocument/2006/relationships/font" Target="fonts/CourierPrime-boldItalic.fntdata"/><Relationship Id="rId53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92" name="Google Shape;9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7" name="Google Shape;97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Don't explain why yet; pause after the last bullet.</a:t>
            </a:r>
          </a:p>
        </p:txBody>
      </p:sp>
      <p:sp>
        <p:nvSpPr>
          <p:cNvPr id="98" name="Google Shape;98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4" name="Google Shape;104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Ask for dependencies before revealing bullets. Thesis: control the world around your code.</a:t>
            </a:r>
          </a:p>
        </p:txBody>
      </p:sp>
      <p:sp>
        <p:nvSpPr>
          <p:cNvPr id="105" name="Google Shape;105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1" name="Google Shape;111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Answers: slow, flaky, port conflict, pollutes chat.db, interfering tests, orphans, boilerplate. Keep on board.</a:t>
            </a:r>
          </a:p>
        </p:txBody>
      </p:sp>
      <p:sp>
        <p:nvSpPr>
          <p:cNvPr id="112" name="Google Shape;112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9" name="Google Shape;119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Read aloud line by line before the discussion.</a:t>
            </a:r>
          </a:p>
        </p:txBody>
      </p:sp>
      <p:sp>
        <p:nvSpPr>
          <p:cNvPr id="120" name="Google Shape;120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979b53ae3e_1_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" name="Google Shape;128;g3979b53ae3e_1_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Go fast; spend time on deterministic and independent.</a:t>
            </a:r>
          </a:p>
        </p:txBody>
      </p:sp>
      <p:sp>
        <p:nvSpPr>
          <p:cNvPr id="129" name="Google Shape;129;g3979b53ae3e_1_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5" name="Google Shape;135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Keep the gripe board visible; each tool fixes one.</a:t>
            </a:r>
          </a:p>
        </p:txBody>
      </p:sp>
      <p:sp>
        <p:nvSpPr>
          <p:cNvPr id="136" name="Google Shape;136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1" name="Google Shape;14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Fixes gripes 1, 2, 3, 6 from the board.</a:t>
            </a:r>
          </a:p>
        </p:txBody>
      </p:sp>
      <p:sp>
        <p:nvSpPr>
          <p:cNvPr id="142" name="Google Shape;14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Compare against the subprocess version.</a:t>
            </a:r>
          </a:p>
        </p:txBody>
      </p:sp>
      <p:sp>
        <p:nvSpPr>
          <p:cNvPr id="149" name="Google Shape;149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7" name="Google Shape;157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Expect confusion on parameter name = fixture name.</a:t>
            </a:r>
          </a:p>
        </p:txBody>
      </p:sp>
      <p:sp>
        <p:nvSpPr>
          <p:cNvPr id="158" name="Google Shape;158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979b53ae3e_1_25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4" name="Google Shape;164;g3979b53ae3e_1_25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Point cursor at the parameter name.</a:t>
            </a:r>
          </a:p>
        </p:txBody>
      </p:sp>
      <p:sp>
        <p:nvSpPr>
          <p:cNvPr id="165" name="Google Shape;165;g3979b53ae3e_1_25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3" name="Google Shape;17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Point cursor at the parameter name.</a:t>
            </a:r>
          </a:p>
        </p:txBody>
      </p:sp>
      <p:sp>
        <p:nvSpPr>
          <p:cNvPr id="174" name="Google Shape;17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979b53ae3e_1_25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2" name="Google Shape;182;g3979b53ae3e_1_25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183" name="Google Shape;183;g3979b53ae3e_1_25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0" name="Google Shape;190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191" name="Google Shape;191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979b53ae3e_1_26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8" name="Google Shape;198;g3979b53ae3e_1_26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Thesis again: control the world around your code.</a:t>
            </a:r>
          </a:p>
        </p:txBody>
      </p:sp>
      <p:sp>
        <p:nvSpPr>
          <p:cNvPr id="199" name="Google Shape;199;g3979b53ae3e_1_26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5" name="Google Shape;205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06" name="Google Shape;206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979b53ae3e_1_27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2" name="Google Shape;212;g3979b53ae3e_1_27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Same shape as 2.2; run `python db.py` once.</a:t>
            </a:r>
          </a:p>
        </p:txBody>
      </p:sp>
      <p:sp>
        <p:nvSpPr>
          <p:cNvPr id="213" name="Google Shape;213;g3979b53ae3e_1_27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1" name="Google Shape;221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No 'am I under pytest' branch anywhere in app.py.</a:t>
            </a:r>
          </a:p>
        </p:txBody>
      </p:sp>
      <p:sp>
        <p:nvSpPr>
          <p:cNvPr id="222" name="Google Shape;222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0" name="Google Shape;230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Walk through the steps in order, slowly.</a:t>
            </a:r>
          </a:p>
        </p:txBody>
      </p:sp>
      <p:sp>
        <p:nvSpPr>
          <p:cNvPr id="231" name="Google Shape;231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7" name="Google Shape;237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Compare length to the subprocess version.</a:t>
            </a:r>
          </a:p>
        </p:txBody>
      </p:sp>
      <p:sp>
        <p:nvSpPr>
          <p:cNvPr id="238" name="Google Shape;238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979b53ae3e_1_2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g3979b53ae3e_1_2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Rule of thumb, don't oversell it.</a:t>
            </a:r>
          </a:p>
        </p:txBody>
      </p:sp>
      <p:sp>
        <p:nvSpPr>
          <p:cNvPr id="247" name="Google Shape;247;g3979b53ae3e_1_2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979b53ae3e_1_2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3" name="Google Shape;253;g3979b53ae3e_1_2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Rule of thumb, don't oversell it.</a:t>
            </a:r>
          </a:p>
        </p:txBody>
      </p:sp>
      <p:sp>
        <p:nvSpPr>
          <p:cNvPr id="254" name="Google Shape;254;g3979b53ae3e_1_2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0" name="Google Shape;260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Rule of thumb, don't oversell it.</a:t>
            </a:r>
          </a:p>
        </p:txBody>
      </p:sp>
      <p:sp>
        <p:nvSpPr>
          <p:cNvPr id="261" name="Google Shape;261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979b53ae3e_1_27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7" name="Google Shape;267;g3979b53ae3e_1_27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Thesis again: control the world around your code.</a:t>
            </a:r>
          </a:p>
        </p:txBody>
      </p:sp>
      <p:sp>
        <p:nvSpPr>
          <p:cNvPr id="268" name="Google Shape;268;g3979b53ae3e_1_27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979b53ae3e_1_36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4" name="Google Shape;274;g3979b53ae3e_1_36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Ask for other uncooperative dependencies: external APIs, randomness, email/payments/SMS.</a:t>
            </a:r>
          </a:p>
        </p:txBody>
      </p:sp>
      <p:sp>
        <p:nvSpPr>
          <p:cNvPr id="275" name="Google Shape;275;g3979b53ae3e_1_36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1" name="Google Shape;281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Ask for other uncooperative dependencies: external APIs, randomness, email/payments/SMS.</a:t>
            </a:r>
          </a:p>
        </p:txBody>
      </p:sp>
      <p:sp>
        <p:nvSpPr>
          <p:cNvPr id="282" name="Google Shape;282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979b53ae3e_1_2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8" name="Google Shape;288;g3979b53ae3e_1_2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Patches the name inside app.py, not datetime itself.</a:t>
            </a:r>
          </a:p>
        </p:txBody>
      </p:sp>
      <p:sp>
        <p:nvSpPr>
          <p:cNvPr id="289" name="Google Shape;289;g3979b53ae3e_1_2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7" name="Google Shape;297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Patches the name inside app.py, not datetime itself.</a:t>
            </a:r>
          </a:p>
        </p:txBody>
      </p:sp>
      <p:sp>
        <p:nvSpPr>
          <p:cNvPr id="298" name="Google Shape;298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6" name="Google Shape;306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Agents over-mock on A2; have them check for it.</a:t>
            </a:r>
          </a:p>
        </p:txBody>
      </p:sp>
      <p:sp>
        <p:nvSpPr>
          <p:cNvPr id="307" name="Google Shape;307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979b53ae3e_1_36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3" name="Google Shape;313;g3979b53ae3e_1_36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Agents over-mock on A2; have them check for it.</a:t>
            </a:r>
          </a:p>
        </p:txBody>
      </p:sp>
      <p:sp>
        <p:nvSpPr>
          <p:cNvPr id="314" name="Google Shape;314;g3979b53ae3e_1_36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1" name="Google Shape;321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Answers: [], author/text json, 201, "alice", "first!", 1, body["id"].</a:t>
            </a:r>
          </a:p>
        </p:txBody>
      </p:sp>
      <p:sp>
        <p:nvSpPr>
          <p:cNvPr id="322" name="Google Shape;322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979b53ae3e_1_8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0" name="Google Shape;330;g3979b53ae3e_1_8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331" name="Google Shape;331;g3979b53ae3e_1_8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979b53ae3e_1_8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6" name="Google Shape;336;g3979b53ae3e_1_8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Don't say 'log' until the last bullet; pause after the three can'ts.</a:t>
            </a:r>
          </a:p>
        </p:txBody>
      </p:sp>
      <p:sp>
        <p:nvSpPr>
          <p:cNvPr id="337" name="Google Shape;337;g3979b53ae3e_1_8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979b53ae3e_1_9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3" name="Google Shape;343;g3979b53ae3e_1_9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Prints are fine in local dev; the argument is prod only.</a:t>
            </a:r>
          </a:p>
        </p:txBody>
      </p:sp>
      <p:sp>
        <p:nvSpPr>
          <p:cNvPr id="344" name="Google Shape;344;g3979b53ae3e_1_9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979b53ae3e_1_9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0" name="Google Shape;350;g3979b53ae3e_1_9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Gotcha: no output means missing basicConfig (root defaults WARNING). Use %s, not f-strings.</a:t>
            </a:r>
          </a:p>
        </p:txBody>
      </p:sp>
      <p:sp>
        <p:nvSpPr>
          <p:cNvPr id="351" name="Google Shape;351;g3979b53ae3e_1_9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979b53ae3e_1_23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9" name="Google Shape;359;g3979b53ae3e_1_23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Failure mode: everything at INFO. Ask: what would wake me at 2am?</a:t>
            </a:r>
          </a:p>
        </p:txBody>
      </p:sp>
      <p:sp>
        <p:nvSpPr>
          <p:cNvPr id="360" name="Google Shape;360;g3979b53ae3e_1_23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979b53ae3e_1_10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6" name="Google Shape;366;g3979b53ae3e_1_10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Failure mode: everything at INFO. Ask: what would wake me at 2am?</a:t>
            </a:r>
          </a:p>
        </p:txBody>
      </p:sp>
      <p:sp>
        <p:nvSpPr>
          <p:cNvPr id="367" name="Google Shape;367;g3979b53ae3e_1_10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3979b53ae3e_1_1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3" name="Google Shape;373;g3979b53ae3e_1_1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3 min, cold-call pairs, board. Expect: POST received, row written, GET count, errors near 2pm.</a:t>
            </a:r>
          </a:p>
        </p:txBody>
      </p:sp>
      <p:sp>
        <p:nvSpPr>
          <p:cNvPr id="374" name="Google Shape;374;g3979b53ae3e_1_1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979b53ae3e_1_1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1" name="Google Shape;381;g3979b53ae3e_1_1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Log aggregators are databases and get breached. Revisited in 9.2.</a:t>
            </a:r>
          </a:p>
        </p:txBody>
      </p:sp>
      <p:sp>
        <p:nvSpPr>
          <p:cNvPr id="382" name="Google Shape;382;g3979b53ae3e_1_1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979b53ae3e_1_24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8" name="Google Shape;388;g3979b53ae3e_1_24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Pause here before wrap-up.</a:t>
            </a:r>
          </a:p>
        </p:txBody>
      </p:sp>
      <p:sp>
        <p:nvSpPr>
          <p:cNvPr id="389" name="Google Shape;389;g3979b53ae3e_1_24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979b53ae3e_1_1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5" name="Google Shape;395;g3979b53ae3e_1_1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Pause here before wrap-up.</a:t>
            </a:r>
          </a:p>
        </p:txBody>
      </p:sp>
      <p:sp>
        <p:nvSpPr>
          <p:cNvPr id="396" name="Google Shape;396;g3979b53ae3e_1_1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979b53ae3e_1_1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2" name="Google Shape;402;g3979b53ae3e_1_1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Logging isn't on the A2 rubric; returns in week 7 deploy and 9.2.</a:t>
            </a:r>
          </a:p>
        </p:txBody>
      </p:sp>
      <p:sp>
        <p:nvSpPr>
          <p:cNvPr id="403" name="Google Shape;403;g3979b53ae3e_1_1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4.2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Practical Testing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 Software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Your New Problem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Last lecture was the easy case</a:t>
            </a:r>
            <a:endParaRPr/>
          </a:p>
        </p:txBody>
      </p:sp>
      <p:sp>
        <p:nvSpPr>
          <p:cNvPr id="101" name="Google Shape;101;p3"/>
          <p:cNvSpPr txBox="1"/>
          <p:nvPr/>
        </p:nvSpPr>
        <p:spPr>
          <a:xfrm>
            <a:off x="914400" y="1463040"/>
            <a:ext cx="10362900" cy="487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 4.1 you were testing functions like these: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shipping_cost(weight_lb, subtotal) -&gt; float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format_file_size(n) -&gt; str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parse_price(s) -&gt; float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They were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easy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to test: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database, no network, no clock to worry about.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Same inputs in, same output out, every single run.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One call, one return value, one assertion, done.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chat endpoint from last week is not that.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chat endpoint has dependencies everywhere</a:t>
            </a:r>
            <a:endParaRPr/>
          </a:p>
        </p:txBody>
      </p:sp>
      <p:sp>
        <p:nvSpPr>
          <p:cNvPr id="108" name="Google Shape;108;p4"/>
          <p:cNvSpPr txBox="1"/>
          <p:nvPr/>
        </p:nvSpPr>
        <p:spPr>
          <a:xfrm>
            <a:off x="914400" y="1463040"/>
            <a:ext cx="10362900" cy="51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Look at one line: `POST /api/messages` in your FastAPI app.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Under the hood, it depends on: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SQLite database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(your chat.db file, with real data)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wall clock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(for the timestamp via datetime.utcnow)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itself (request parsing, Pydantic validation)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TCP port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uvicorn has to be listening on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filesystem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(to open chat.db)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 test this, you'd think you have to stand all of that up.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Real server, real database, real port, real clock.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"/>
          <p:cNvSpPr txBox="1"/>
          <p:nvPr/>
        </p:nvSpPr>
        <p:spPr>
          <a:xfrm>
            <a:off x="5303520" y="457200"/>
            <a:ext cx="158465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115" name="Google Shape;115;p6"/>
          <p:cNvSpPr txBox="1"/>
          <p:nvPr/>
        </p:nvSpPr>
        <p:spPr>
          <a:xfrm>
            <a:off x="1371600" y="2011680"/>
            <a:ext cx="94484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This test "works." List everything wrong with it.</a:t>
            </a:r>
            <a:endParaRPr/>
          </a:p>
        </p:txBody>
      </p:sp>
      <p:sp>
        <p:nvSpPr>
          <p:cNvPr id="116" name="Google Shape;116;p6"/>
          <p:cNvSpPr txBox="1"/>
          <p:nvPr/>
        </p:nvSpPr>
        <p:spPr>
          <a:xfrm>
            <a:off x="1828800" y="4572000"/>
            <a:ext cx="8534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test that tries to use all the real things</a:t>
            </a:r>
            <a:endParaRPr/>
          </a:p>
        </p:txBody>
      </p:sp>
      <p:sp>
        <p:nvSpPr>
          <p:cNvPr id="123" name="Google Shape;123;p5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124" name="Google Shape;124;p5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test_chat_bad.py - don't write tests like this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subprocess, time, requests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test_post_message():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Start a real server in a subprocess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proc = subprocess.Popen(["uvicorn", "app:app"])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time.sleep(2)  # wait for it to come up (hopefully)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try: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 = requests.post(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"http://localhost:8000/api/messages",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json={"author": "alice", "text": "hi"},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assert r.status_code == 201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assert r.json()["author"] == "alice"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finally: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proc.terminate()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79b53ae3e_1_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makes a test good</a:t>
            </a:r>
            <a:endParaRPr/>
          </a:p>
        </p:txBody>
      </p:sp>
      <p:sp>
        <p:nvSpPr>
          <p:cNvPr id="132" name="Google Shape;132;g3979b53ae3e_1_0"/>
          <p:cNvSpPr txBox="1"/>
          <p:nvPr/>
        </p:nvSpPr>
        <p:spPr>
          <a:xfrm>
            <a:off x="731525" y="1165750"/>
            <a:ext cx="10824000" cy="51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One behavior per test.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 test that checks three things is three tests crammed into one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name that reads like a sentence.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test_free_shipping_over_50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beats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test_shipping_3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Obvious on failure.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You should know what broke without a debugger.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Deterministic.</a:t>
            </a:r>
            <a:r>
              <a:rPr b="0" i="0" lang="en-US" sz="2400" u="none" cap="none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Same inputs, same result. No randomness, clock</a:t>
            </a:r>
            <a:r>
              <a:rPr lang="en-US" sz="2400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s, or network (yet)</a:t>
            </a:r>
            <a:endParaRPr strike="sngStrike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Fast.</a:t>
            </a:r>
            <a:r>
              <a:rPr b="0" i="0" lang="en-US" sz="2400" u="none" cap="none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Slow tests don't get run.</a:t>
            </a:r>
            <a:endParaRPr strike="sngStrike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Independent.</a:t>
            </a:r>
            <a:r>
              <a:rPr b="0" i="0" lang="en-US" sz="2400" u="none" cap="none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Passes or fails the same alone or in any order.</a:t>
            </a:r>
            <a:endParaRPr strike="sngStrike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Controlling the World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TestClient: fake the HTTP layer</a:t>
            </a:r>
            <a:endParaRPr/>
          </a:p>
        </p:txBody>
      </p:sp>
      <p:sp>
        <p:nvSpPr>
          <p:cNvPr id="145" name="Google Shape;145;p8"/>
          <p:cNvSpPr txBox="1"/>
          <p:nvPr/>
        </p:nvSpPr>
        <p:spPr>
          <a:xfrm>
            <a:off x="914400" y="1463040"/>
            <a:ext cx="10362900" cy="494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First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fix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you don't actually need a real server.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FastAPI ships with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TestClient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a fake HTTP client that calls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your app directly, in-process, without ever opening a socket.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 speaks the same interface as the `requests` library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but: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uvicorn subprocess, no sleep, no port, no startup race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orphan processes if the test crashes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Thousands of requests per second instead of tens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Under the hood: TestClient calls your FastAPI app the way uvicorn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would, minus the actual networking.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TestClient hello world</a:t>
            </a:r>
            <a:endParaRPr/>
          </a:p>
        </p:txBody>
      </p:sp>
      <p:sp>
        <p:nvSpPr>
          <p:cNvPr id="152" name="Google Shape;152;p9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153" name="Google Shape;153;p9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9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test_chat.py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fastapi.testclient import TestClient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app import app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client = TestClient(app)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test_list_messages_returns_a_list():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 = client.get("/api/messages")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r.status_code == 200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isinstance(r.json(), list)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test_unknown_endpoint_404s():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 = client.get("/api/nope")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r.status_code == 404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Fixtures: stop repeating your setup</a:t>
            </a:r>
            <a:endParaRPr/>
          </a:p>
        </p:txBody>
      </p:sp>
      <p:sp>
        <p:nvSpPr>
          <p:cNvPr id="161" name="Google Shape;161;p10"/>
          <p:cNvSpPr txBox="1"/>
          <p:nvPr/>
        </p:nvSpPr>
        <p:spPr>
          <a:xfrm>
            <a:off x="914388" y="1085990"/>
            <a:ext cx="10362900" cy="57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Second issue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every test duplicates its setup code. That means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copy-paste errors, inconsistent state, and a bunch of noise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around the actual assertion.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pytest has a dedicated tool for this: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fixtures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fixture is a function decorated with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@pytest.fixture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that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produces some value (a client, a database, a temp file, ...).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Test functions ask for a fixture by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naming it as a parameter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pytest sees the parameter name, runs the fixture, and passes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result into the test. This is dependency injection.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Bonus: fixtures can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yield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 value and run cleanup afterward.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979b53ae3e_1_25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fixture in action</a:t>
            </a:r>
            <a:endParaRPr/>
          </a:p>
        </p:txBody>
      </p:sp>
      <p:sp>
        <p:nvSpPr>
          <p:cNvPr id="168" name="Google Shape;168;g3979b53ae3e_1_25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169" name="Google Shape;169;g3979b53ae3e_1_25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g3979b53ae3e_1_250"/>
          <p:cNvSpPr txBox="1"/>
          <p:nvPr/>
        </p:nvSpPr>
        <p:spPr>
          <a:xfrm>
            <a:off x="1005840" y="1645920"/>
            <a:ext cx="10179900" cy="23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pytest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fastapi.testclient import TestClient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app import app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@pytest.fixture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client():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TestClient(app)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fixture in action</a:t>
            </a:r>
            <a:endParaRPr/>
          </a:p>
        </p:txBody>
      </p:sp>
      <p:sp>
        <p:nvSpPr>
          <p:cNvPr id="177" name="Google Shape;177;p11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178" name="Google Shape;178;p11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1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pytest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fastapi.testclient import TestClient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app import app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@pytest.fixture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client():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TestClient(app)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Tests ask for `client` by parameter name: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test_list_messages_returns_a_list(client):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 = client.get("/api/messages")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r.status_code == 200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test_unknown_endpoint_404s(client):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 = client.get("/api/nope")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r.status_code == 404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979b53ae3e_1_258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Fixtures with yield: setup AND teardown</a:t>
            </a:r>
            <a:endParaRPr/>
          </a:p>
        </p:txBody>
      </p:sp>
      <p:sp>
        <p:nvSpPr>
          <p:cNvPr id="186" name="Google Shape;186;g3979b53ae3e_1_258"/>
          <p:cNvSpPr/>
          <p:nvPr/>
        </p:nvSpPr>
        <p:spPr>
          <a:xfrm>
            <a:off x="731525" y="1280151"/>
            <a:ext cx="10728600" cy="52518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g3979b53ae3e_1_258"/>
          <p:cNvSpPr txBox="1"/>
          <p:nvPr/>
        </p:nvSpPr>
        <p:spPr>
          <a:xfrm>
            <a:off x="890150" y="1533100"/>
            <a:ext cx="10458600" cy="30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@pytest.fixture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temp_file():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import tempfile, os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fd, path = tempfile.mkstemp()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yield path         # &lt;-- test runs here, with `path` as the value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os.close(fd)       # &lt;-- runs after the test finishes, even on failure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os.remove(path)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Fixtures with yield: setup AND teardown</a:t>
            </a:r>
            <a:endParaRPr/>
          </a:p>
        </p:txBody>
      </p:sp>
      <p:sp>
        <p:nvSpPr>
          <p:cNvPr id="194" name="Google Shape;194;p12"/>
          <p:cNvSpPr/>
          <p:nvPr/>
        </p:nvSpPr>
        <p:spPr>
          <a:xfrm>
            <a:off x="731525" y="1280151"/>
            <a:ext cx="10728600" cy="52518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2"/>
          <p:cNvSpPr txBox="1"/>
          <p:nvPr/>
        </p:nvSpPr>
        <p:spPr>
          <a:xfrm>
            <a:off x="890150" y="1533100"/>
            <a:ext cx="10458600" cy="460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@pytest.fixture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temp_file():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import tempfile, os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fd, path = tempfile.mkstemp()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yield path         # &lt;-- test runs here, with `path` as the value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os.close(fd)       # &lt;-- runs after the test finishes, even on failure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os.remove(path)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test_something_that_writes_to_a_file(temp_file):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with open(temp_file, "w") as f: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f.write("hello")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when the test ends, the fixture's cleanup code runs automatically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979b53ae3e_1_26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chat endpoint has dependencies everywhere</a:t>
            </a:r>
            <a:endParaRPr/>
          </a:p>
        </p:txBody>
      </p:sp>
      <p:sp>
        <p:nvSpPr>
          <p:cNvPr id="202" name="Google Shape;202;g3979b53ae3e_1_265"/>
          <p:cNvSpPr txBox="1"/>
          <p:nvPr/>
        </p:nvSpPr>
        <p:spPr>
          <a:xfrm>
            <a:off x="914400" y="1463040"/>
            <a:ext cx="10362900" cy="51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Look at one line: `POST /api/messages` in your FastAPI app.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Under the hood, it depends on: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SQLite database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(your chat.db file, with real data)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wall clock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(for the timestamp via datetime.utcnow)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itself (request parsing, Pydantic validation)</a:t>
            </a:r>
            <a:endParaRPr strike="sngStrike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</a:t>
            </a:r>
            <a:r>
              <a:rPr b="1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TCP port</a:t>
            </a: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uvicorn has to be listening on</a:t>
            </a:r>
            <a:endParaRPr strike="sngStrike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</a:t>
            </a:r>
            <a:r>
              <a:rPr b="1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filesystem</a:t>
            </a: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(to open chat.db)</a:t>
            </a:r>
            <a:endParaRPr strike="sngStrike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 test this, you'd think you have to stand all of that up.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Real server, real database, real port, real clock.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Test databases: the storage problem</a:t>
            </a:r>
            <a:endParaRPr/>
          </a:p>
        </p:txBody>
      </p:sp>
      <p:sp>
        <p:nvSpPr>
          <p:cNvPr id="209" name="Google Shape;209;p13"/>
          <p:cNvSpPr txBox="1"/>
          <p:nvPr/>
        </p:nvSpPr>
        <p:spPr>
          <a:xfrm>
            <a:off x="914400" y="1463040"/>
            <a:ext cx="10362900" cy="48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TestClient handles HTTP. But your endpoint still writes to a real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SQLite database, which means tests pollute your dev data, tests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step on each other, and cleanup is a chore.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fix: don't let tests touch your real database at all.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Give them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 database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they fully own: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Separate storage, freshly created each time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Thrown away at the end of each test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SQLite has a special URL for exactly this case: `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sqlite:///:memory: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creates a database that exists only in RAM. Costs microseconds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to spin up, vanishes when you're done. Kinda perfect for testing.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979b53ae3e_1_277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db.py - connection and schema</a:t>
            </a:r>
            <a:endParaRPr/>
          </a:p>
        </p:txBody>
      </p:sp>
      <p:sp>
        <p:nvSpPr>
          <p:cNvPr id="216" name="Google Shape;216;g3979b53ae3e_1_277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17" name="Google Shape;217;g3979b53ae3e_1_277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g3979b53ae3e_1_277"/>
          <p:cNvSpPr txBox="1"/>
          <p:nvPr/>
        </p:nvSpPr>
        <p:spPr>
          <a:xfrm>
            <a:off x="1005840" y="1645920"/>
            <a:ext cx="10179900" cy="401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db.py</a:t>
            </a:r>
            <a:endParaRPr sz="24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sqlalchemy import create_engine, text</a:t>
            </a:r>
            <a:endParaRPr sz="24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2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engine = create_engine("sqlite:///chat.db")</a:t>
            </a:r>
            <a:endParaRPr sz="24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2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init_db():</a:t>
            </a:r>
            <a:endParaRPr sz="24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with engine.connect() as conn:</a:t>
            </a:r>
            <a:endParaRPr sz="24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conn.execute(text(</a:t>
            </a:r>
            <a:r>
              <a:rPr b="1" lang="en-US" sz="2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))</a:t>
            </a:r>
            <a:endParaRPr sz="24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conn.commit()</a:t>
            </a:r>
            <a:endParaRPr sz="24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test DB fixture (conftest.py)</a:t>
            </a:r>
            <a:endParaRPr/>
          </a:p>
        </p:txBody>
      </p:sp>
      <p:sp>
        <p:nvSpPr>
          <p:cNvPr id="225" name="Google Shape;225;p14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26" name="Google Shape;226;p14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4"/>
          <p:cNvSpPr txBox="1"/>
          <p:nvPr/>
        </p:nvSpPr>
        <p:spPr>
          <a:xfrm>
            <a:off x="1005840" y="1645920"/>
            <a:ext cx="10179900" cy="46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conftest.py - pytest auto-loads fixtures from this file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pytest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sqlalchemy import create_engine, text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db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6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SCHEMA = ("CREATE TABLE </a:t>
            </a: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")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6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@pytest.fixture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test_db():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engine = create_engine("sqlite:///:memory:")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with engine.connect() as conn: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conn.execute(text(SCHEMA))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conn.commit()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original = db.engine      # save the real engine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db.engine = engine        # swap in the test engine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yield engine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db.engine = original      # restore after the test</a:t>
            </a:r>
            <a:endParaRPr sz="17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the test database fixture works</a:t>
            </a:r>
            <a:endParaRPr/>
          </a:p>
        </p:txBody>
      </p:sp>
      <p:sp>
        <p:nvSpPr>
          <p:cNvPr id="234" name="Google Shape;234;p15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time a test asks for `test_db`, pytest runs this sequence: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Create a brand new in-memory SQLite engine (fresh, empty).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Run the `CREATE TABLE` to install the schema.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Remember the real `db.engine`, then overwrite it with ours.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`yield` - pytest runs the test now, with our engine in place.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5.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Test finishes (pass OR fail). Restore the real engine.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app.py code doesn't know any of this happened. It just called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`db.engine.connect()` as usual and got the test engine, because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we'd swapped the attribute while the test was running.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test gets a completely fresh database. Nothing carries over.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real integration test, both fixtures at once</a:t>
            </a:r>
            <a:endParaRPr/>
          </a:p>
        </p:txBody>
      </p:sp>
      <p:sp>
        <p:nvSpPr>
          <p:cNvPr id="241" name="Google Shape;241;p16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42" name="Google Shape;242;p16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6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test_create_message_round_trip(client, test_db):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Arrange: fresh test DB means no messages yet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client.get("/api/messages").json() == []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Act: post a new message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 = client.post("/api/messages",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json={"author": "alice", "text": "first!"})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Assert: response shape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r.status_code == 201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body = r.json()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body["author"] == "alice"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body["text"] == "first!"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"id" in body and "timestamp" in body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Assert: persisted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all_msgs = client.get("/api/messages").json()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len(all_msgs) == 1 and all_msgs[0]["id"] == body["id"]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979b53ae3e_1_21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testing pyramid</a:t>
            </a:r>
            <a:endParaRPr/>
          </a:p>
        </p:txBody>
      </p:sp>
      <p:sp>
        <p:nvSpPr>
          <p:cNvPr id="250" name="Google Shape;250;g3979b53ae3e_1_212"/>
          <p:cNvSpPr txBox="1"/>
          <p:nvPr/>
        </p:nvSpPr>
        <p:spPr>
          <a:xfrm>
            <a:off x="914400" y="1280140"/>
            <a:ext cx="10362900" cy="40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 every test is the same size.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Unit tests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one function, no external dependencies.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Thousands per second. Most of your test suite lives here.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979b53ae3e_1_21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testing pyramid</a:t>
            </a:r>
            <a:endParaRPr/>
          </a:p>
        </p:txBody>
      </p:sp>
      <p:sp>
        <p:nvSpPr>
          <p:cNvPr id="257" name="Google Shape;257;g3979b53ae3e_1_218"/>
          <p:cNvSpPr txBox="1"/>
          <p:nvPr/>
        </p:nvSpPr>
        <p:spPr>
          <a:xfrm>
            <a:off x="914400" y="1280140"/>
            <a:ext cx="10362900" cy="42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 every test is the same size.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1"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Integration tests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few real pieces working together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(your app plus a test database). What we just wrote above.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Slower, fewer of them.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Unit tests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one function, no external dependencies.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Thousands per second. Most of your test suite lives here.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testing pyramid</a:t>
            </a:r>
            <a:endParaRPr/>
          </a:p>
        </p:txBody>
      </p:sp>
      <p:sp>
        <p:nvSpPr>
          <p:cNvPr id="264" name="Google Shape;264;p17"/>
          <p:cNvSpPr txBox="1"/>
          <p:nvPr/>
        </p:nvSpPr>
        <p:spPr>
          <a:xfrm>
            <a:off x="914400" y="1280140"/>
            <a:ext cx="10362900" cy="514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 every test is the same size.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End-to-end tests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real server, real browser, real everything.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Slowest and most flaky, so only a handful, for critical paths.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Integration tests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few real pieces working together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(your app plus a test database). What we just wrote above.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Slower, fewer of them.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Unit tests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one function, no external dependencies.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Thousands per second. Most of your test suite lives here.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Rule of thumb: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push every test as far down the pyramid as you can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Only go wider when it really needs more of the system.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979b53ae3e_1_27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chat endpoint has dependencies everywhere</a:t>
            </a:r>
            <a:endParaRPr/>
          </a:p>
        </p:txBody>
      </p:sp>
      <p:sp>
        <p:nvSpPr>
          <p:cNvPr id="271" name="Google Shape;271;g3979b53ae3e_1_271"/>
          <p:cNvSpPr txBox="1"/>
          <p:nvPr/>
        </p:nvSpPr>
        <p:spPr>
          <a:xfrm>
            <a:off x="914400" y="1463040"/>
            <a:ext cx="10362900" cy="51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Look at one line: `POST /api/messages` in your FastAPI app.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Under the hood, it depends on: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</a:t>
            </a:r>
            <a:r>
              <a:rPr b="1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SQLite database</a:t>
            </a: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(your chat.db file, with real data)</a:t>
            </a:r>
            <a:endParaRPr strike="sngStrike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wall clock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(for the timestamp via datetime.utcnow)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itself (request parsing, Pydantic validation)</a:t>
            </a:r>
            <a:endParaRPr strike="sngStrike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</a:t>
            </a:r>
            <a:r>
              <a:rPr b="1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TCP port</a:t>
            </a: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uvicorn has to be listening on</a:t>
            </a:r>
            <a:endParaRPr strike="sngStrike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</a:t>
            </a:r>
            <a:r>
              <a:rPr b="1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filesystem</a:t>
            </a:r>
            <a:r>
              <a:rPr b="0" i="0" lang="en-US" sz="2000" u="none" cap="none" strike="sng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(to open chat.db)</a:t>
            </a:r>
            <a:endParaRPr strike="sngStrike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 test this, you'd think you have to stand all of that up.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Real server, real database, real port, real clock.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979b53ae3e_1_36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Mocks: faking what you can't control cheaply</a:t>
            </a:r>
            <a:endParaRPr/>
          </a:p>
        </p:txBody>
      </p:sp>
      <p:sp>
        <p:nvSpPr>
          <p:cNvPr id="278" name="Google Shape;278;g3979b53ae3e_1_360"/>
          <p:cNvSpPr txBox="1"/>
          <p:nvPr/>
        </p:nvSpPr>
        <p:spPr>
          <a:xfrm>
            <a:off x="914400" y="1280140"/>
            <a:ext cx="10362900" cy="33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test has 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boundary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inside is your real code, outside is fake.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 most dependencies you'd happily use the real version - the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database is fast, FastAPI is fast, Python's stdlib is reliable.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Some dependencies don't cooperate. 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clock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(tests on timestamps want a fixed moment)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Mocks: faking what you can't control cheaply</a:t>
            </a:r>
            <a:endParaRPr/>
          </a:p>
        </p:txBody>
      </p:sp>
      <p:sp>
        <p:nvSpPr>
          <p:cNvPr id="285" name="Google Shape;285;p18"/>
          <p:cNvSpPr txBox="1"/>
          <p:nvPr/>
        </p:nvSpPr>
        <p:spPr>
          <a:xfrm>
            <a:off x="914400" y="1280140"/>
            <a:ext cx="10362900" cy="53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test has 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boundary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inside is your real code, outside is fake.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 most dependencies you'd happily use the real version - the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database is fast, FastAPI is fast, Python's stdlib is reliable.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Some dependencies don't cooperate. 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clock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(tests on timestamps want a fixed moment)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External APIs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(Stripe, SendGrid - you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don’t want to hit these in tests!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Random numbers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(nondeterministic by design)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Email senders, payment processors, SMS gateways, ...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 these, you push the boundary outward: replace the dependency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with a controllable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mock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returns what you tell it to.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979b53ae3e_1_224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Freezing the clock with unittest.mock</a:t>
            </a:r>
            <a:endParaRPr/>
          </a:p>
        </p:txBody>
      </p:sp>
      <p:sp>
        <p:nvSpPr>
          <p:cNvPr id="292" name="Google Shape;292;g3979b53ae3e_1_224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93" name="Google Shape;293;g3979b53ae3e_1_224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g3979b53ae3e_1_224"/>
          <p:cNvSpPr txBox="1"/>
          <p:nvPr/>
        </p:nvSpPr>
        <p:spPr>
          <a:xfrm>
            <a:off x="1005840" y="1645920"/>
            <a:ext cx="10179900" cy="29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unittest.mock import patch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datetime import datetime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test_post_message_</a:t>
            </a: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sets</a:t>
            </a: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_timestamp(client, test_db):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frozen = datetime(2026, 4, 11, 12, 0, 0)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with patch("app.datetime") as mock_dt: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mock_dt.utcnow.return_value = frozen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Freezing the clock with unittest.mock</a:t>
            </a:r>
            <a:endParaRPr/>
          </a:p>
        </p:txBody>
      </p:sp>
      <p:sp>
        <p:nvSpPr>
          <p:cNvPr id="301" name="Google Shape;301;p19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302" name="Google Shape;302;p19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9"/>
          <p:cNvSpPr txBox="1"/>
          <p:nvPr/>
        </p:nvSpPr>
        <p:spPr>
          <a:xfrm>
            <a:off x="1005840" y="1645920"/>
            <a:ext cx="10179900" cy="46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unittest.mock import patch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datetime import datetime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test_post_message_</a:t>
            </a: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sets</a:t>
            </a: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_timestamp(client, test_db):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frozen = datetime(2026, 4, 11, 12, 0, 0)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with patch("app.datetime") as mock_dt: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mock_dt.utcnow.return_value = frozen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 = client.post(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"/api/messages",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json={"author": "alice", "text": "hi"},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r.status_code == 201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r.json()["timestamp"] == "2026-04-11T12:00:00Z"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When to mock (and when not to)</a:t>
            </a:r>
            <a:endParaRPr/>
          </a:p>
        </p:txBody>
      </p:sp>
      <p:sp>
        <p:nvSpPr>
          <p:cNvPr id="310" name="Google Shape;310;p20"/>
          <p:cNvSpPr txBox="1"/>
          <p:nvPr/>
        </p:nvSpPr>
        <p:spPr>
          <a:xfrm>
            <a:off x="914400" y="1212290"/>
            <a:ext cx="10362900" cy="56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Mocking is powerful. It is also the single most abused tool in testing, bar none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Over-mocked tests test NOTHING real.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Mock when: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Slow (external network call, huge file)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Nondeterministic (clock, randomness)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navoidable side effects (emails, card charges, rate limits)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 the real thing when: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Fast enough (in-memory SQLite, local filesystem)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Deterministic (pure functions, standard library)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Faking it would misrepresent the real behavior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Default to real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m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ock only when you have a reason.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979b53ae3e_1_36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When to mock (and when not to)</a:t>
            </a:r>
            <a:endParaRPr/>
          </a:p>
        </p:txBody>
      </p:sp>
      <p:sp>
        <p:nvSpPr>
          <p:cNvPr id="317" name="Google Shape;317;g3979b53ae3e_1_366"/>
          <p:cNvSpPr txBox="1"/>
          <p:nvPr/>
        </p:nvSpPr>
        <p:spPr>
          <a:xfrm>
            <a:off x="914400" y="1212290"/>
            <a:ext cx="10362900" cy="56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Mocking is powerful. It is also the single most abused tool in testing, bar none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Over-mocked tests test NOTHING real.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Mock when: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Slow (external network call, huge file)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Nondeterministic (clock, randomness)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Has side effects (emails, card charges, rate limits)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 the real thing when: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Fast enough (in-memory SQLite, local filesystem)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Deterministic (pure functions, standard library)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Faking it would misrepresent the real behavior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Default to real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m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ock only when you have a reason.</a:t>
            </a:r>
            <a:endParaRPr/>
          </a:p>
        </p:txBody>
      </p:sp>
      <p:sp>
        <p:nvSpPr>
          <p:cNvPr id="318" name="Google Shape;318;g3979b53ae3e_1_366"/>
          <p:cNvSpPr txBox="1"/>
          <p:nvPr/>
        </p:nvSpPr>
        <p:spPr>
          <a:xfrm>
            <a:off x="677100" y="2914650"/>
            <a:ext cx="10600200" cy="224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0">
                <a:solidFill>
                  <a:srgbClr val="FF0000"/>
                </a:solidFill>
                <a:latin typeface="Impact"/>
                <a:ea typeface="Impact"/>
                <a:cs typeface="Impact"/>
                <a:sym typeface="Impact"/>
              </a:rPr>
              <a:t>CLAUDE LOVES MOCKS</a:t>
            </a:r>
            <a:endParaRPr b="1" sz="8500">
              <a:solidFill>
                <a:srgbClr val="FF0000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21"/>
          <p:cNvSpPr txBox="1"/>
          <p:nvPr/>
        </p:nvSpPr>
        <p:spPr>
          <a:xfrm>
            <a:off x="731520" y="274320"/>
            <a:ext cx="10728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Write the test: POST /api/messages</a:t>
            </a:r>
            <a:endParaRPr/>
          </a:p>
        </p:txBody>
      </p:sp>
      <p:sp>
        <p:nvSpPr>
          <p:cNvPr id="325" name="Google Shape;325;p21"/>
          <p:cNvSpPr/>
          <p:nvPr/>
        </p:nvSpPr>
        <p:spPr>
          <a:xfrm>
            <a:off x="640080" y="228600"/>
            <a:ext cx="1097400" cy="365700"/>
          </a:xfrm>
          <a:prstGeom prst="roundRect">
            <a:avLst>
              <a:gd fmla="val 16667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1"/>
          <p:cNvSpPr/>
          <p:nvPr/>
        </p:nvSpPr>
        <p:spPr>
          <a:xfrm>
            <a:off x="731520" y="1371600"/>
            <a:ext cx="10728600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21"/>
          <p:cNvSpPr txBox="1"/>
          <p:nvPr/>
        </p:nvSpPr>
        <p:spPr>
          <a:xfrm>
            <a:off x="1005840" y="1554480"/>
            <a:ext cx="10179900" cy="46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Using the `client` and `test_db` fixtures from conftest.py,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write an integration test for POST /api/messages.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test_post_creates_new_message(client, test_db):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Arrange: confirm the database starts empty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client.get("/api/messages").json() == 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Act: post a new message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r = client.post("/api/messages", json=________)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Assert: response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r.status_code == 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body = r.json()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body["author"] == 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body["text"] == 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"id" in body and "timestamp" in body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Assert: persisted state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all_msgs = client.get("/api/messages").json()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len(all_msgs) == 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all_msgs[0]["id"] == ________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979b53ae3e_1_81"/>
          <p:cNvSpPr txBox="1"/>
          <p:nvPr/>
        </p:nvSpPr>
        <p:spPr>
          <a:xfrm>
            <a:off x="914400" y="2286000"/>
            <a:ext cx="103629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When Tests Aren't Enough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979b53ae3e_1_8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Your tests run in dev. Prod needs something else.</a:t>
            </a:r>
            <a:endParaRPr/>
          </a:p>
        </p:txBody>
      </p:sp>
      <p:sp>
        <p:nvSpPr>
          <p:cNvPr id="340" name="Google Shape;340;g3979b53ae3e_1_86"/>
          <p:cNvSpPr txBox="1"/>
          <p:nvPr/>
        </p:nvSpPr>
        <p:spPr>
          <a:xfrm>
            <a:off x="914400" y="1463040"/>
            <a:ext cx="10362900" cy="500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User reports: "I posted a message and it never showed up."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do you actually do to investigate?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can't attach a debugger. The request ended minutes ago.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can't re-run it. The database state has moved on.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can't ask them to reproduce. They've closed the tab.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you need is a </a:t>
            </a: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record of what happened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while it was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happening. Written down at the time, automatically.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record is called a </a:t>
            </a: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log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979b53ae3e_1_9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b="1" lang="en-US" sz="3600">
                <a:solidFill>
                  <a:srgbClr val="1A1A2E"/>
                </a:solidFill>
                <a:latin typeface="Courier Prime"/>
                <a:ea typeface="Courier Prime"/>
                <a:cs typeface="Courier Prime"/>
                <a:sym typeface="Courier Prime"/>
              </a:rPr>
              <a:t>print()</a:t>
            </a: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` is not logging</a:t>
            </a:r>
            <a:endParaRPr/>
          </a:p>
        </p:txBody>
      </p:sp>
      <p:sp>
        <p:nvSpPr>
          <p:cNvPr id="347" name="Google Shape;347;g3979b53ae3e_1_92"/>
          <p:cNvSpPr txBox="1"/>
          <p:nvPr/>
        </p:nvSpPr>
        <p:spPr>
          <a:xfrm>
            <a:off x="914400" y="1463040"/>
            <a:ext cx="10362900" cy="500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first instinct in production: sprinkle `</a:t>
            </a: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print()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calls.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print()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has the wrong defaults everywhere it counts: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timestamp (when did this happen?)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severity (is this informational or on fire?)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source (which module? which request?)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structure, just bytes to stdout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Can't be filtered, silenced, or redirected cleanly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Python's stdlib `</a:t>
            </a: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logging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module gives you all of that for free.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Same ergonomics as `</a:t>
            </a: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print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with b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etter defaults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979b53ae3e_1_98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Hello, logging</a:t>
            </a:r>
            <a:endParaRPr/>
          </a:p>
        </p:txBody>
      </p:sp>
      <p:sp>
        <p:nvSpPr>
          <p:cNvPr id="354" name="Google Shape;354;g3979b53ae3e_1_98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355" name="Google Shape;355;g3979b53ae3e_1_98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g3979b53ae3e_1_98"/>
          <p:cNvSpPr txBox="1"/>
          <p:nvPr/>
        </p:nvSpPr>
        <p:spPr>
          <a:xfrm>
            <a:off x="1005840" y="1645920"/>
            <a:ext cx="10179900" cy="44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app.py - adding logging to the endpoint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logging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log = logging.getLogger(__name__)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@app.post("/api/messages", status_code=201)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post_message(msg: MessageCreate):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log.info("received message from author=%s", msg.author)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row = db.insert_message(msg)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log.info("stored message id=%s", row["id"])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row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With basicConfig set up at startup, running the server produces: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2026-04-23 14:22:09 INFO app: received message from author=alice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2026-04-23 14:22:09 INFO app: stored message id=42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979b53ae3e_1_23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Log levels and why they matter</a:t>
            </a:r>
            <a:endParaRPr/>
          </a:p>
        </p:txBody>
      </p:sp>
      <p:sp>
        <p:nvSpPr>
          <p:cNvPr id="363" name="Google Shape;363;g3979b53ae3e_1_232"/>
          <p:cNvSpPr txBox="1"/>
          <p:nvPr/>
        </p:nvSpPr>
        <p:spPr>
          <a:xfrm>
            <a:off x="914400" y="1463040"/>
            <a:ext cx="10362900" cy="312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`logging` ships with five levels, lowest to highest severity: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DEBUG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fine-grained trace. Usually off in prod.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INFO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normal operation. "Something happened, FYI."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WARNING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unusual but not broken (retry, degraded path).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ERROR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this request failed. Someone should look.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CRITICAL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sky falling. Wake someone up at 3am.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979b53ae3e_1_10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Log levels and why they matter</a:t>
            </a:r>
            <a:endParaRPr/>
          </a:p>
        </p:txBody>
      </p:sp>
      <p:sp>
        <p:nvSpPr>
          <p:cNvPr id="370" name="Google Shape;370;g3979b53ae3e_1_106"/>
          <p:cNvSpPr txBox="1"/>
          <p:nvPr/>
        </p:nvSpPr>
        <p:spPr>
          <a:xfrm>
            <a:off x="914400" y="1463040"/>
            <a:ext cx="10362900" cy="48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`logging` ships with five levels, lowest to highest severity: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DEBUG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fine-grained trace. Usually off in prod.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INFO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normal operation. "Something happened, FYI."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WARNING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unusual but not broken (retry, degraded path).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ERROR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this request failed. Someone should look.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CRITICAL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sky falling. Wake someone up at 3am.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set a threshold per environment: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DEBUG in dev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INFO (or WARNING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) in prod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ERRORS alert you in Slack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979b53ae3e_1_112"/>
          <p:cNvSpPr txBox="1"/>
          <p:nvPr/>
        </p:nvSpPr>
        <p:spPr>
          <a:xfrm>
            <a:off x="5303520" y="457200"/>
            <a:ext cx="15846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2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377" name="Google Shape;377;g3979b53ae3e_1_112"/>
          <p:cNvSpPr txBox="1"/>
          <p:nvPr/>
        </p:nvSpPr>
        <p:spPr>
          <a:xfrm>
            <a:off x="1371600" y="2011680"/>
            <a:ext cx="94485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You just got this bug report. What logs do you wish you had?</a:t>
            </a:r>
            <a:endParaRPr/>
          </a:p>
        </p:txBody>
      </p:sp>
      <p:sp>
        <p:nvSpPr>
          <p:cNvPr id="378" name="Google Shape;378;g3979b53ae3e_1_112"/>
          <p:cNvSpPr txBox="1"/>
          <p:nvPr/>
        </p:nvSpPr>
        <p:spPr>
          <a:xfrm>
            <a:off x="1828800" y="4572000"/>
            <a:ext cx="8534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Bug report: "I posted a message at 2pm and it never showed up in the list." Name specific log lines you'd want to find when you go digging.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979b53ae3e_1_119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to log (and what NEVER to)</a:t>
            </a:r>
            <a:endParaRPr/>
          </a:p>
        </p:txBody>
      </p:sp>
      <p:sp>
        <p:nvSpPr>
          <p:cNvPr id="385" name="Google Shape;385;g3979b53ae3e_1_119"/>
          <p:cNvSpPr txBox="1"/>
          <p:nvPr/>
        </p:nvSpPr>
        <p:spPr>
          <a:xfrm>
            <a:off x="914400" y="1463040"/>
            <a:ext cx="10362900" cy="52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Log the boundaries and state changes: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Request in, response out (the edge of your service)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Rows inserted, users authenticated, files written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External API calls and their results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Errors with enough context to reproduce them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Never log: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Passwords, API keys, auth tokens, session cookies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Full credit card numbers, SSNs, sensitive PII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Whole request bodies (may contain any of the above)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Gut check: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if your logs leaked tomorrow, would you be OK?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If the answer is no, redact before you log. Not after.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979b53ae3e_1_24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parallel with testing</a:t>
            </a:r>
            <a:endParaRPr/>
          </a:p>
        </p:txBody>
      </p:sp>
      <p:sp>
        <p:nvSpPr>
          <p:cNvPr id="392" name="Google Shape;392;g3979b53ae3e_1_244"/>
          <p:cNvSpPr txBox="1"/>
          <p:nvPr/>
        </p:nvSpPr>
        <p:spPr>
          <a:xfrm>
            <a:off x="914388" y="1086915"/>
            <a:ext cx="10362900" cy="35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 tools, same question, different phases of your code's life.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ask BEFORE shipping, in conditions you control.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Fast, binary, pass/fail. Caught here = cheap to fix.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Logs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ask AFTER shipping, in conditions you don't control.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Cumulative evidence, read after the fact. Caught here = real.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 substitutes. 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979b53ae3e_1_12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parallel with testing</a:t>
            </a:r>
            <a:endParaRPr/>
          </a:p>
        </p:txBody>
      </p:sp>
      <p:sp>
        <p:nvSpPr>
          <p:cNvPr id="399" name="Google Shape;399;g3979b53ae3e_1_125"/>
          <p:cNvSpPr txBox="1"/>
          <p:nvPr/>
        </p:nvSpPr>
        <p:spPr>
          <a:xfrm>
            <a:off x="914388" y="1086915"/>
            <a:ext cx="103629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 tools, same question, different phases of your code's life.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ask BEFORE shipping, in conditions you control.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Fast, binary, pass/fail. Caught here = cheap to fix.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Logs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ask AFTER shipping, in conditions you don't control.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Cumulative evidence, read after the fact. Caught here = real.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 substitutes. 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Both follow the same rule, really: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observe the world around your code.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979b53ae3e_1_13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this goes next</a:t>
            </a:r>
            <a:endParaRPr/>
          </a:p>
        </p:txBody>
      </p:sp>
      <p:sp>
        <p:nvSpPr>
          <p:cNvPr id="406" name="Google Shape;406;g3979b53ae3e_1_131"/>
          <p:cNvSpPr txBox="1"/>
          <p:nvPr/>
        </p:nvSpPr>
        <p:spPr>
          <a:xfrm>
            <a:off x="914400" y="1463040"/>
            <a:ext cx="10362900" cy="57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 ideas to walk away with: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Control the world in dev.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TestClient, fixtures, test DBs,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and mocks let you test real behavior without a real server,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real clock, or real Stripe account.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Observe the world in prod.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Logs are the record of what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happened when your users met your code. Levels, boundaries,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secrets, no full request bodies.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Skip either and you're blind in one phase of your code's life.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Next week (5.1): </a:t>
            </a: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JavaScript.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Assignment 2 lands with testing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requirements at bronze+. Today is what you'll need.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